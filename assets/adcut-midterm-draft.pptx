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fb3d34fa764507" /><Relationship Type="http://schemas.openxmlformats.org/officeDocument/2006/relationships/extended-properties" Target="/docProps/app.xml" Id="R55c8d4650eff4565" /><Relationship Type="http://schemas.openxmlformats.org/officeDocument/2006/relationships/officeDocument" Target="/ppt/presentation.xml" Id="Rf6f0d3bd8c0f4f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31058c41684f09"/>
  </p:sldMasterIdLst>
  <p:notesMasterIdLst>
    <p:notesMasterId xmlns:r="http://schemas.openxmlformats.org/officeDocument/2006/relationships" r:id="Rea94a36fa47b4184"/>
  </p:notesMasterIdLst>
  <p:sldIdLst>
    <p:sldId xmlns:r="http://schemas.openxmlformats.org/officeDocument/2006/relationships" id="256" r:id="R5a0732365e944728"/>
    <p:sldId xmlns:r="http://schemas.openxmlformats.org/officeDocument/2006/relationships" id="257" r:id="Rd347a4f8ecfd4a0a"/>
    <p:sldId xmlns:r="http://schemas.openxmlformats.org/officeDocument/2006/relationships" id="258" r:id="R24c97ace22c54e15"/>
    <p:sldId xmlns:r="http://schemas.openxmlformats.org/officeDocument/2006/relationships" id="259" r:id="R756bae0b2c0f476c"/>
    <p:sldId xmlns:r="http://schemas.openxmlformats.org/officeDocument/2006/relationships" id="260" r:id="R2561d1daa2d04056"/>
    <p:sldId xmlns:r="http://schemas.openxmlformats.org/officeDocument/2006/relationships" id="261" r:id="R6674a81246ba4e92"/>
    <p:sldId xmlns:r="http://schemas.openxmlformats.org/officeDocument/2006/relationships" id="262" r:id="R392c4993c4e84601"/>
    <p:sldId xmlns:r="http://schemas.openxmlformats.org/officeDocument/2006/relationships" id="263" r:id="Re30b2213c0d648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727f6a4741446b" /><Relationship Type="http://schemas.openxmlformats.org/officeDocument/2006/relationships/slideMaster" Target="/ppt/slideMasters/slideMaster1.xml" Id="Rb331058c41684f09" /><Relationship Type="http://schemas.openxmlformats.org/officeDocument/2006/relationships/notesMaster" Target="/ppt/notesMasters/notesMaster1.xml" Id="Rea94a36fa47b4184" /><Relationship Type="http://schemas.openxmlformats.org/officeDocument/2006/relationships/presProps" Target="/ppt/presProps.xml" Id="R1ed9968e114840aa" /><Relationship Type="http://schemas.openxmlformats.org/officeDocument/2006/relationships/tableStyles" Target="/ppt/tableStyles.xml" Id="Rf30ee28a51d64cd4" /><Relationship Type="http://schemas.openxmlformats.org/officeDocument/2006/relationships/slide" Target="/ppt/slides/slide1.xml" Id="R5a0732365e944728" /><Relationship Type="http://schemas.openxmlformats.org/officeDocument/2006/relationships/slide" Target="/ppt/slides/slide2.xml" Id="Rd347a4f8ecfd4a0a" /><Relationship Type="http://schemas.openxmlformats.org/officeDocument/2006/relationships/slide" Target="/ppt/slides/slide3.xml" Id="R24c97ace22c54e15" /><Relationship Type="http://schemas.openxmlformats.org/officeDocument/2006/relationships/slide" Target="/ppt/slides/slide4.xml" Id="R756bae0b2c0f476c" /><Relationship Type="http://schemas.openxmlformats.org/officeDocument/2006/relationships/slide" Target="/ppt/slides/slide5.xml" Id="R2561d1daa2d04056" /><Relationship Type="http://schemas.openxmlformats.org/officeDocument/2006/relationships/slide" Target="/ppt/slides/slide6.xml" Id="R6674a81246ba4e92" /><Relationship Type="http://schemas.openxmlformats.org/officeDocument/2006/relationships/slide" Target="/ppt/slides/slide7.xml" Id="R392c4993c4e84601" /><Relationship Type="http://schemas.openxmlformats.org/officeDocument/2006/relationships/slide" Target="/ppt/slides/slide8.xml" Id="Re30b2213c0d648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60fa50f0ae4d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269cb63e404c4b" /><Relationship Type="http://schemas.openxmlformats.org/officeDocument/2006/relationships/notesMaster" Target="/ppt/notesMasters/notesMaster1.xml" Id="R1e51b9c8df814d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241cf4a00247d9" /><Relationship Type="http://schemas.openxmlformats.org/officeDocument/2006/relationships/notesMaster" Target="/ppt/notesMasters/notesMaster1.xml" Id="R96c5981267274a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91de7dcb6041d6" /><Relationship Type="http://schemas.openxmlformats.org/officeDocument/2006/relationships/notesMaster" Target="/ppt/notesMasters/notesMaster1.xml" Id="Re1ba6ed7d65147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3271391ada4a90" /><Relationship Type="http://schemas.openxmlformats.org/officeDocument/2006/relationships/notesMaster" Target="/ppt/notesMasters/notesMaster1.xml" Id="R7405149d36b248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eea98752674670" /><Relationship Type="http://schemas.openxmlformats.org/officeDocument/2006/relationships/notesMaster" Target="/ppt/notesMasters/notesMaster1.xml" Id="R9a7abadbc7a94b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393b681f3d4c20" /><Relationship Type="http://schemas.openxmlformats.org/officeDocument/2006/relationships/notesMaster" Target="/ppt/notesMasters/notesMaster1.xml" Id="R56a7d0a3241c4c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a26bfb32474ac5" /><Relationship Type="http://schemas.openxmlformats.org/officeDocument/2006/relationships/notesMaster" Target="/ppt/notesMasters/notesMaster1.xml" Id="R04953dddd6f54e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79448ee03d45ea" /><Relationship Type="http://schemas.openxmlformats.org/officeDocument/2006/relationships/notesMaster" Target="/ppt/notesMasters/notesMaster1.xml" Id="Rcad96418a60a49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timing: 40 seconds. Introduce all team members and client. Sources: client email responses supplied October 4, 2026; https://www.cs.unc.edu/~stotts/COMP523-F26/midTerm.html . This deck is a preparation draft and needs team review. No completed image converter or machine test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timing: 65 seconds. Explain the problem from an Adcut employee's perspective. Nick identifies owners and employees as users. The minimum success criterion is upload to a usable machine-workflow DXF. Sources: client email responses supplied October 4, 2026; https://www.cs.unc.edu/~stotts/COMP523-F26/midTerm.html . This deck is a preparation draft and needs team review. No completed image converter or machine test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timing: 70 seconds. Distinguish core requirements from optional features. Nick reports poor circle quality in the competitor; this is client feedback, not an independently measured benchmark. AutoCAD/IGEMS compatibility remains untested. Sources: client email responses supplied October 4, 2026; https://www.cs.unc.edu/~stotts/COMP523-F26/midTerm.html . This deck is a preparation draft and needs team review. No completed image converter or machine test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timing: 75 seconds. This is a proposed interface, not a functioning application. Explain input, output scale, optional preview and export. Exact controls need sample-driven validation. Sources: client email responses supplied October 4, 2026; https://www.cs.unc.edu/~stotts/COMP523-F26/midTerm.html . This deck is a preparation draft and needs team review. No completed image converter or machine test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timing: 50 seconds. Proposed shared vocabulary for team review. The workshop makes cutting templates; it does not operate the machine or guarantee reconstruction of missing details. Sources: client email responses supplied October 4, 2026; https://www.cs.unc.edu/~stotts/COMP523-F26/midTerm.html . This deck is a preparation draft and needs team review. No completed image converter or machine test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timing: 85 seconds. This editable diagram is a design proposal. Keep the UI separate from the processing pipeline. Arc fitting, shared boundaries, PDF handling and target-tool validation are future implementation work. Sources: client email responses supplied October 4, 2026; https://www.cs.unc.edu/~stotts/COMP523-F26/midTerm.html . This deck is a preparation draft and needs team review. No completed image converter or machine test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timing: 65 seconds. Platform selected October 4 under project owner direction; not a claim of earlier team approval or completed deployment. Initial target is Windows with a local browser interface. Hardware sizing awaits sample benchmarks. Sources: https://docs.streamlit.io/get-started/installation ; https://docs.opencv.org/4.x/d4/d73/tutorial_py_contours_begin.html ; https://ezdxf.readthedocs.io/en/stable/ ; https://pypdfium2.readthedocs.io/en/stable/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timing: 50 seconds. All four members must contribute and speak. Suggested split: member 1 slides 1-2, member 2 slides 3-4, member 3 slides 5-6, member 4 slides 7-8. This totals roughly 8 minutes 20 seconds, reserving the rest of the 10-12 minute slot for questions and transition. Rehearse and assign actual speakers. Sources: client email responses supplied October 4, 2026; https://www.cs.unc.edu/~stotts/COMP523-F26/midTerm.html . This deck is a preparation draft and needs team review. No completed image converter or machine test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0501f9f03b4b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7029678a1a4049" /><Relationship Type="http://schemas.openxmlformats.org/officeDocument/2006/relationships/slideLayout" Target="/ppt/slideLayouts/slideLayout1.xml" Id="R9f7da24cc3564e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7da24cc3564e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a2c6e6ee441c2" /><Relationship Type="http://schemas.openxmlformats.org/officeDocument/2006/relationships/notesSlide" Target="/ppt/notesSlides/notesSlide1.xml" Id="R06cbe9c79ad745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beec459ee4efc" /><Relationship Type="http://schemas.openxmlformats.org/officeDocument/2006/relationships/notesSlide" Target="/ppt/notesSlides/notesSlide2.xml" Id="R39137f8ed7ed41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27241ed2641aa" /><Relationship Type="http://schemas.openxmlformats.org/officeDocument/2006/relationships/notesSlide" Target="/ppt/notesSlides/notesSlide3.xml" Id="R36fa7f73535948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e49252f3043ef" /><Relationship Type="http://schemas.openxmlformats.org/officeDocument/2006/relationships/notesSlide" Target="/ppt/notesSlides/notesSlide4.xml" Id="Rb7e5b4836a3242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1138d01d44c51" /><Relationship Type="http://schemas.openxmlformats.org/officeDocument/2006/relationships/notesSlide" Target="/ppt/notesSlides/notesSlide5.xml" Id="R4eebeb48e9d04f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280f80322417f" /><Relationship Type="http://schemas.openxmlformats.org/officeDocument/2006/relationships/notesSlide" Target="/ppt/notesSlides/notesSlide6.xml" Id="R6095957253344b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53aee56c34289" /><Relationship Type="http://schemas.openxmlformats.org/officeDocument/2006/relationships/notesSlide" Target="/ppt/notesSlides/notesSlide7.xml" Id="R9c1e17b6e36e45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645c953004b01" /><Relationship Type="http://schemas.openxmlformats.org/officeDocument/2006/relationships/notesSlide" Target="/ppt/notesSlides/notesSlide8.xml" Id="Rbf34ce368e6c47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61F4B-AA23-4482-B3C9-B7CDC99E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Adcut Logo Vectorizer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C6E83-5886-42E1-B5C4-32E8C211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7"/>
                </a:solidFill>
                <a:latin typeface="Arial"/>
                <a:ea typeface="Arial"/>
                <a:cs typeface="Arial"/>
              </a:rPr>
              <a:t>1   Adcut Logo Vectorizer / Team 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6ED53-BE0C-4244-A5A8-982B554D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B9CD3"/>
                </a:solidFill>
                <a:latin typeface="Arial"/>
                <a:ea typeface="Arial"/>
                <a:cs typeface="Arial"/>
              </a:rPr>
              <a:t>UNC COMP 523 / Team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63349-59A0-434A-AE4F-B05F750C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Midterm presentation draft</a:t>
            </a:r>
          </a:p>
          <a:p xmlns:a="http://schemas.openxmlformats.org/drawingml/2006/main">
            <a: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Prepared October 4, 2026 for October 5 readiness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A95C9-971E-4C50-ACC0-A19BE4AE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Jennifer Lee     Hamsini Tankala</a:t>
            </a:r>
          </a:p>
          <a:p xmlns:a="http://schemas.openxmlformats.org/drawingml/2006/main">
            <a: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Vibhas Nair      Alex Tang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DDB4D-EF94-4D28-955F-B3DE9C47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Client contact: Nick Dokich / Adcut</a:t>
            </a:r>
          </a:p>
        </p:txBody>
      </p:sp>
    </p:spTree>
    <p:extLst>
      <p:ext uri="{BB962C8B-B14F-4D97-AF65-F5344CB8AC3E}">
        <p14:creationId xmlns:p14="http://schemas.microsoft.com/office/powerpoint/2010/main" val="7784337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3815F-A892-4CD3-B6E7-2BEAA8A4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Users and the core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49713-7C4C-4648-909B-AB5B2025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7"/>
                </a:solidFill>
                <a:latin typeface="Arial"/>
                <a:ea typeface="Arial"/>
                <a:cs typeface="Arial"/>
              </a:rPr>
              <a:t>2   Adcut Logo Vectorizer / Team 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9FF9B-999A-41B5-9467-A28C40BE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Adcut owners and employees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F7B48-366C-47D3-BB83-6AE0B6AC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Customer logos arrive as images of varying quality.</a:t>
            </a:r>
          </a:p>
          <a:p xmlns:a="http://schemas.openxmlformats.org/drawingml/2006/main">
            <a:pPr>
              <a:defRPr sz="24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Employees need geometry they can use in the cutting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C1C67-0705-445E-A389-50700DF5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6680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Upload artwork</a:t>
            </a:r>
          </a:p>
          <a:p xmlns:a="http://schemas.openxmlformats.org/drawingml/2006/main">
            <a:pPr>
              <a:defRPr sz="25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Identify distinct color regions</a:t>
            </a:r>
          </a:p>
          <a:p xmlns:a="http://schemas.openxmlformats.org/drawingml/2006/main">
            <a:pPr>
              <a:defRPr sz="25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Trace boundaries and export DXF</a:t>
            </a:r>
          </a:p>
        </p:txBody>
      </p:sp>
    </p:spTree>
    <p:extLst>
      <p:ext uri="{BB962C8B-B14F-4D97-AF65-F5344CB8AC3E}">
        <p14:creationId xmlns:p14="http://schemas.microsoft.com/office/powerpoint/2010/main" val="19085188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8DE09-7C84-4357-9F71-D2809A59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Scope and cutting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A75B9-9CFB-48C9-A084-FAA9C841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7"/>
                </a:solidFill>
                <a:latin typeface="Arial"/>
                <a:ea typeface="Arial"/>
                <a:cs typeface="Arial"/>
              </a:rPr>
              <a:t>3   Adcut Logo Vectorizer / Team 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50B50-CF3A-4AA4-8081-DE906A81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D980A-4EB2-43A4-A336-636F8B98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5143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Image upload and vectorization</a:t>
            </a:r>
          </a:p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Usable DXF export</a:t>
            </a:r>
          </a:p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Distinct color sections</a:t>
            </a:r>
          </a:p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Native circles and arcs where suitable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8EE6B-7E6F-4C86-9721-A7A2303A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0495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Further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558D0-F2C3-43EC-89AE-8DF84070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0275"/>
            <a:ext cx="50958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DXF units, scale, and entity support</a:t>
            </a:r>
          </a:p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DWG feasibility; SVG fallback</a:t>
            </a:r>
          </a:p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Optional preview and editing</a:t>
            </a:r>
          </a:p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PDF selection and enlarged artwork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EE4F7-6DAD-49EB-A629-079C0869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Avoid thousands of short segments and unintended doubled boundaries.</a:t>
            </a:r>
          </a:p>
        </p:txBody>
      </p:sp>
    </p:spTree>
    <p:extLst>
      <p:ext uri="{BB962C8B-B14F-4D97-AF65-F5344CB8AC3E}">
        <p14:creationId xmlns:p14="http://schemas.microsoft.com/office/powerpoint/2010/main" val="16159814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3DBCE-B21C-4009-B042-3CAB1288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User interface mockup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CFDE8-FC18-4FEC-BEF0-C771D4B1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7"/>
                </a:solidFill>
                <a:latin typeface="Arial"/>
                <a:ea typeface="Arial"/>
                <a:cs typeface="Arial"/>
              </a:rPr>
              <a:t>4   Adcut Logo Vectorizer / Team 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B28B1-A394-4954-A5A4-A807C1DE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77"/>
                </a:solidFill>
                <a:latin typeface="Arial"/>
                <a:ea typeface="Arial"/>
                <a:cs typeface="Arial"/>
              </a:rPr>
              <a:t>Proposed local browser 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8AE46-7F9A-42E0-8BCE-55BC76B0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858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Adcut Logo Vectorizer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16E95-6C72-4621-BF2D-59440D48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3762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Artwork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Choose image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Output width: [value]</a:t>
            </a:r>
          </a:p>
          <a:p xmlns:a="http://schemas.openxmlformats.org/drawingml/2006/main">
            <a:pPr>
              <a:defRPr sz="19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Units: [mm / inches]</a:t>
            </a:r>
          </a:p>
          <a:p xmlns:a="http://schemas.openxmlformats.org/drawingml/2006/main">
            <a:pPr>
              <a:defRPr sz="19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Color regions: [count]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3F51D-D9A2-4433-A740-E380ADA6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28900"/>
            <a:ext cx="68103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Preview (optional)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Original artwork and traced boundaries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Warnings: geometry needs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E24E8-4655-4F02-9FFF-D170CD15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Convert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C73F8-9327-46EE-8268-9129A1E9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638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Download DXF</a:t>
            </a:r>
          </a:p>
        </p:txBody>
      </p:sp>
    </p:spTree>
    <p:extLst>
      <p:ext uri="{BB962C8B-B14F-4D97-AF65-F5344CB8AC3E}">
        <p14:creationId xmlns:p14="http://schemas.microsoft.com/office/powerpoint/2010/main" val="43704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5998C-9CC9-44B1-9CF6-7E30C26B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System metaphor: a digital stencil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C9863-C395-4C6E-9B90-177BA862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7"/>
                </a:solidFill>
                <a:latin typeface="Arial"/>
                <a:ea typeface="Arial"/>
                <a:cs typeface="Arial"/>
              </a:rPr>
              <a:t>5   Adcut Logo Vectorizer / Team 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95F5F-BF22-49D8-BA32-735FAFE2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Artwork is the pattern.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ED8CA-7839-40D1-9BFA-7941FEED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Color sections become separate stencil pieces.</a:t>
            </a:r>
          </a:p>
          <a:p xmlns:a="http://schemas.openxmlformats.org/drawingml/2006/main">
            <a:pPr>
              <a:defRPr sz="24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Tracing defines each piece's edge.</a:t>
            </a:r>
          </a:p>
          <a:p xmlns:a="http://schemas.openxmlformats.org/drawingml/2006/main">
            <a:pPr>
              <a:defRPr sz="24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Curve fitting smooths the cutting geometry.</a:t>
            </a:r>
          </a:p>
          <a:p xmlns:a="http://schemas.openxmlformats.org/drawingml/2006/main">
            <a:pPr>
              <a:defRPr sz="24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DXF packages the templates for CAD preparation.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A66FA-00A5-4347-A13B-457DDE06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77"/>
                </a:solidFill>
                <a:latin typeface="Arial"/>
                <a:ea typeface="Arial"/>
                <a:cs typeface="Arial"/>
              </a:rPr>
              <a:t>The application prepares geometry; CAD/CAM tools prepare the machine job.</a:t>
            </a:r>
          </a:p>
        </p:txBody>
      </p:sp>
    </p:spTree>
    <p:extLst>
      <p:ext uri="{BB962C8B-B14F-4D97-AF65-F5344CB8AC3E}">
        <p14:creationId xmlns:p14="http://schemas.microsoft.com/office/powerpoint/2010/main" val="2328032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524D40-9509-4B4B-A3B3-68F2945B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Proposed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026BE-23F1-4C9A-BB5D-E72DA0DB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7"/>
                </a:solidFill>
                <a:latin typeface="Arial"/>
                <a:ea typeface="Arial"/>
                <a:cs typeface="Arial"/>
              </a:rPr>
              <a:t>6   Adcut Logo Vectorizer / Team 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2B830-EE58-400D-A3E6-59D19AA2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429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Streamlit 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59D95-7183-47A3-A7C4-537C922C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712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Upload, scale settings, status, optional preview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DEF70-0B92-4A76-93BC-F0787A97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288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B9CD3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21264-BC50-4139-8EA5-B707F926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429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Input adapters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1C5C4-47DA-4E41-A4CD-5CF7F132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05050"/>
            <a:ext cx="712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Pillow images; pypdfium2 PDF import later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D4E50-6E86-46A4-A50D-CFD2268E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9051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B9CD3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4EF3A-B145-431F-9A2C-9DCACACB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429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Processing and 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76FF9-8F86-4659-A878-67EC25C0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81350"/>
            <a:ext cx="712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OpenCV segmentation and contours; curve fitting to develop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3C384-38BC-4033-A4FA-5245AF88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814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B9CD3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07D32-AC35-4960-A402-67A40765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3429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CAD export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3E413-7171-43E7-9653-E78514CB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57650"/>
            <a:ext cx="712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ezdxf native entities; SVG fallback to implement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536EA-C344-417F-953D-EA00CFAB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6577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B9CD3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18508-9DB8-458D-B179-C3090D66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3429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External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7781F-8277-43D1-B2DA-C2D0774D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33950"/>
            <a:ext cx="712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AutoCAD / IGEMS import and Adcut acceptance</a:t>
            </a:r>
          </a:p>
        </p:txBody>
      </p:sp>
    </p:spTree>
    <p:extLst>
      <p:ext uri="{BB962C8B-B14F-4D97-AF65-F5344CB8AC3E}">
        <p14:creationId xmlns:p14="http://schemas.microsoft.com/office/powerpoint/2010/main" val="4170962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6E29F-4523-416C-88F0-6AC2FB0E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Selected starting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918BC-D531-4721-A90E-52182CD1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7"/>
                </a:solidFill>
                <a:latin typeface="Arial"/>
                <a:ea typeface="Arial"/>
                <a:cs typeface="Arial"/>
              </a:rPr>
              <a:t>7   Adcut Logo Vectorizer / Team 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C7A63-363A-47B1-B61C-C6AFC7A5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Python 3.11 / Streamlit / Windows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D628A-CA1E-47EC-ADF5-D6C2D416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076325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OpenCV + NumPy: segmentation and contours</a:t>
            </a:r>
          </a:p>
          <a:p xmlns:a="http://schemas.openxmlformats.org/drawingml/2006/main">
            <a: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Pillow: image decoding; pypdfium2: later PDF import</a:t>
            </a:r>
          </a:p>
          <a:p xmlns:a="http://schemas.openxmlformats.org/drawingml/2006/main">
            <a: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ezdxf: DXF serialization</a:t>
            </a:r>
          </a:p>
          <a:p xmlns:a="http://schemas.openxmlformats.org/drawingml/2006/main">
            <a: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VS Code + GitHub: development and review</a:t>
            </a:r>
          </a:p>
          <a:p xmlns:a="http://schemas.openxmlformats.org/drawingml/2006/main">
            <a: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pytest + Ruff: tests and code checks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19356-FE74-4E40-8935-92A0F6C7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77"/>
                </a:solidFill>
                <a:latin typeface="Arial"/>
                <a:ea typeface="Arial"/>
                <a:cs typeface="Arial"/>
              </a:rPr>
              <a:t>Local first. Cloud hosting remains an option. Native DWG is not included.</a:t>
            </a:r>
          </a:p>
        </p:txBody>
      </p:sp>
    </p:spTree>
    <p:extLst>
      <p:ext uri="{BB962C8B-B14F-4D97-AF65-F5344CB8AC3E}">
        <p14:creationId xmlns:p14="http://schemas.microsoft.com/office/powerpoint/2010/main" val="16765201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E7A95-116F-49A1-AF4E-375BC74E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Progress and next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C2818-669C-4E50-B6E8-010AD5BA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7"/>
                </a:solidFill>
                <a:latin typeface="Arial"/>
                <a:ea typeface="Arial"/>
                <a:cs typeface="Arial"/>
              </a:rPr>
              <a:t>8   Adcut Logo Vectorizer / Team 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0AAD8-DB60-4782-8248-EA082C30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Prepared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067F3-7420-4616-8BAA-7D3D7467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5095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Updated specifications</a:t>
            </a:r>
          </a:p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Architecture and interface drafts</a:t>
            </a:r>
          </a:p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Platform decision and task list</a:t>
            </a:r>
          </a:p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Development foundation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CAA0E-E4BC-4687-B4F4-B74E04AC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Still to complete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5FCF7-2A1B-4D7C-AF7E-83BF4B7A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19325"/>
            <a:ext cx="5095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Image-to-DXF implementation</a:t>
            </a:r>
          </a:p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Samples and output conventions</a:t>
            </a:r>
          </a:p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Curve fitting and shared boundaries</a:t>
            </a:r>
          </a:p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AutoCAD / IGEMS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275F6-B641-4807-9CDF-756BF216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No application demo is required for the midterm.</a:t>
            </a:r>
          </a:p>
        </p:txBody>
      </p:sp>
    </p:spTree>
    <p:extLst>
      <p:ext uri="{BB962C8B-B14F-4D97-AF65-F5344CB8AC3E}">
        <p14:creationId xmlns:p14="http://schemas.microsoft.com/office/powerpoint/2010/main" val="16050931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2026-10-05T01:09:42.2230000Z</dcterms:created>
  <dcterms:modified xsi:type="dcterms:W3CDTF">2026-10-05T01:09:42.2230000Z</dcterms:modified>
</coreProperties>
</file>