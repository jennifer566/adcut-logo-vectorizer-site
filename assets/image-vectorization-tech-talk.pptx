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bc4e6cb4614422" /><Relationship Type="http://schemas.openxmlformats.org/officeDocument/2006/relationships/extended-properties" Target="/docProps/app.xml" Id="R9fbdef4467474dca" /><Relationship Type="http://schemas.openxmlformats.org/officeDocument/2006/relationships/officeDocument" Target="/ppt/presentation.xml" Id="R3786d85cf37f4a2d" /></Relationships>
</file>

<file path=ppt/presentation.xml><?xml version="1.0" encoding="utf-8"?>
<p:presentation xmlns:p="http://schemas.openxmlformats.org/presentationml/2006/main">
  <p:sldMasterIdLst>
    <p:sldMasterId xmlns:r="http://schemas.openxmlformats.org/officeDocument/2006/relationships" id="2147483648" r:id="R78afa19d8edf4e1f"/>
  </p:sldMasterIdLst>
  <p:notesMasterIdLst>
    <p:notesMasterId xmlns:r="http://schemas.openxmlformats.org/officeDocument/2006/relationships" r:id="R8020cfffa13348cd"/>
  </p:notesMasterIdLst>
  <p:sldIdLst>
    <p:sldId xmlns:r="http://schemas.openxmlformats.org/officeDocument/2006/relationships" id="256" r:id="Rd791fdf463c5456a"/>
    <p:sldId xmlns:r="http://schemas.openxmlformats.org/officeDocument/2006/relationships" id="257" r:id="R99d5855dcd2c486e"/>
    <p:sldId xmlns:r="http://schemas.openxmlformats.org/officeDocument/2006/relationships" id="258" r:id="R32a7e5e9646a4741"/>
    <p:sldId xmlns:r="http://schemas.openxmlformats.org/officeDocument/2006/relationships" id="259" r:id="R1f2a16a9837e4aa1"/>
    <p:sldId xmlns:r="http://schemas.openxmlformats.org/officeDocument/2006/relationships" id="260" r:id="R66a82559af1e45e5"/>
    <p:sldId xmlns:r="http://schemas.openxmlformats.org/officeDocument/2006/relationships" id="261" r:id="R460803d452d140e7"/>
    <p:sldId xmlns:r="http://schemas.openxmlformats.org/officeDocument/2006/relationships" id="262" r:id="Rca1da8462e3a4b68"/>
    <p:sldId xmlns:r="http://schemas.openxmlformats.org/officeDocument/2006/relationships" id="263" r:id="Rd2610ea7c83048d0"/>
    <p:sldId xmlns:r="http://schemas.openxmlformats.org/officeDocument/2006/relationships" id="264" r:id="R26227b38714644de"/>
    <p:sldId xmlns:r="http://schemas.openxmlformats.org/officeDocument/2006/relationships" id="265" r:id="Ra9ee336b551b4f17"/>
    <p:sldId xmlns:r="http://schemas.openxmlformats.org/officeDocument/2006/relationships" id="266" r:id="Rf4e06440895a48dd"/>
    <p:sldId xmlns:r="http://schemas.openxmlformats.org/officeDocument/2006/relationships" id="267" r:id="Rc6ccecf0f0ab40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479dbf3e67409b" /><Relationship Type="http://schemas.openxmlformats.org/officeDocument/2006/relationships/slideMaster" Target="/ppt/slideMasters/slideMaster1.xml" Id="R78afa19d8edf4e1f" /><Relationship Type="http://schemas.openxmlformats.org/officeDocument/2006/relationships/notesMaster" Target="/ppt/notesMasters/notesMaster1.xml" Id="R8020cfffa13348cd" /><Relationship Type="http://schemas.openxmlformats.org/officeDocument/2006/relationships/presProps" Target="/ppt/presProps.xml" Id="R49518bec093b4635" /><Relationship Type="http://schemas.openxmlformats.org/officeDocument/2006/relationships/tableStyles" Target="/ppt/tableStyles.xml" Id="R341cbab12b274f73" /><Relationship Type="http://schemas.openxmlformats.org/officeDocument/2006/relationships/slide" Target="/ppt/slides/slide1.xml" Id="Rd791fdf463c5456a" /><Relationship Type="http://schemas.openxmlformats.org/officeDocument/2006/relationships/slide" Target="/ppt/slides/slide2.xml" Id="R99d5855dcd2c486e" /><Relationship Type="http://schemas.openxmlformats.org/officeDocument/2006/relationships/slide" Target="/ppt/slides/slide3.xml" Id="R32a7e5e9646a4741" /><Relationship Type="http://schemas.openxmlformats.org/officeDocument/2006/relationships/slide" Target="/ppt/slides/slide4.xml" Id="R1f2a16a9837e4aa1" /><Relationship Type="http://schemas.openxmlformats.org/officeDocument/2006/relationships/slide" Target="/ppt/slides/slide5.xml" Id="R66a82559af1e45e5" /><Relationship Type="http://schemas.openxmlformats.org/officeDocument/2006/relationships/slide" Target="/ppt/slides/slide6.xml" Id="R460803d452d140e7" /><Relationship Type="http://schemas.openxmlformats.org/officeDocument/2006/relationships/slide" Target="/ppt/slides/slide7.xml" Id="Rca1da8462e3a4b68" /><Relationship Type="http://schemas.openxmlformats.org/officeDocument/2006/relationships/slide" Target="/ppt/slides/slide8.xml" Id="Rd2610ea7c83048d0" /><Relationship Type="http://schemas.openxmlformats.org/officeDocument/2006/relationships/slide" Target="/ppt/slides/slide9.xml" Id="R26227b38714644de" /><Relationship Type="http://schemas.openxmlformats.org/officeDocument/2006/relationships/slide" Target="/ppt/slides/slide10.xml" Id="Ra9ee336b551b4f17" /><Relationship Type="http://schemas.openxmlformats.org/officeDocument/2006/relationships/slide" Target="/ppt/slides/slide11.xml" Id="Rf4e06440895a48dd" /><Relationship Type="http://schemas.openxmlformats.org/officeDocument/2006/relationships/slide" Target="/ppt/slides/slide12.xml" Id="Rc6ccecf0f0ab40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49c258f89841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696b18cb324244" /><Relationship Type="http://schemas.openxmlformats.org/officeDocument/2006/relationships/notesMaster" Target="/ppt/notesMasters/notesMaster1.xml" Id="R0d464ff538764a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21ad17713e48c9" /><Relationship Type="http://schemas.openxmlformats.org/officeDocument/2006/relationships/notesMaster" Target="/ppt/notesMasters/notesMaster1.xml" Id="R47ca274b9b744d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047da28cde4397" /><Relationship Type="http://schemas.openxmlformats.org/officeDocument/2006/relationships/notesMaster" Target="/ppt/notesMasters/notesMaster1.xml" Id="Rb8230bcb0c7047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006b08d6824c75" /><Relationship Type="http://schemas.openxmlformats.org/officeDocument/2006/relationships/notesMaster" Target="/ppt/notesMasters/notesMaster1.xml" Id="Ref8d3463999a4d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84deab42ee4a65" /><Relationship Type="http://schemas.openxmlformats.org/officeDocument/2006/relationships/notesMaster" Target="/ppt/notesMasters/notesMaster1.xml" Id="R845a4e8cde8048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188d9788fa4d3f" /><Relationship Type="http://schemas.openxmlformats.org/officeDocument/2006/relationships/notesMaster" Target="/ppt/notesMasters/notesMaster1.xml" Id="R393b3e722c334f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5641905c4f46cc" /><Relationship Type="http://schemas.openxmlformats.org/officeDocument/2006/relationships/notesMaster" Target="/ppt/notesMasters/notesMaster1.xml" Id="R0d7277e0882d4c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fc794dd47943ab" /><Relationship Type="http://schemas.openxmlformats.org/officeDocument/2006/relationships/notesMaster" Target="/ppt/notesMasters/notesMaster1.xml" Id="R8fc600d9126341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93e2ff76b8442f" /><Relationship Type="http://schemas.openxmlformats.org/officeDocument/2006/relationships/notesMaster" Target="/ppt/notesMasters/notesMaster1.xml" Id="Rd5223b56c8c84d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a71afd45654460" /><Relationship Type="http://schemas.openxmlformats.org/officeDocument/2006/relationships/notesMaster" Target="/ppt/notesMasters/notesMaster1.xml" Id="Rd37e26372d9345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797ee08d6c42ac" /><Relationship Type="http://schemas.openxmlformats.org/officeDocument/2006/relationships/notesMaster" Target="/ppt/notesMasters/notesMaster1.xml" Id="Ree2359e0273b4e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9280cadc0d466b" /><Relationship Type="http://schemas.openxmlformats.org/officeDocument/2006/relationships/notesMaster" Target="/ppt/notesMasters/notesMaster1.xml" Id="R6f49a0fc4af74a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Jennifer Lee</a:t>
            </a:r>
          </a:p>
          <a:p xmlns:a="http://schemas.openxmlformats.org/drawingml/2006/main">
            <a:r>
              <a:t/>
            </a:r>
          </a:p>
          <a:p xmlns:a="http://schemas.openxmlformats.org/drawingml/2006/main">
            <a:r>
              <a:t>Exact script:</a:t>
            </a:r>
          </a:p>
          <a:p xmlns:a="http://schemas.openxmlformats.org/drawingml/2006/main">
            <a:r>
              <a:t>Hello. We are Team E, and our topic is image vectorization. During the next twenty minutes, we will explain how a raster logo made of pixels becomes scalable paths, why color boundaries and curve quality matter, and how SVG geometry can become CAD output. We will use our Adcut Logo Vectorizer as the running example. Adcut needs to turn customer artwork into separate closed regions that can represent flooring or turf materials and later support water jet cutting. We will finish with a short demonstration that you can repeat from our public repository. Our goal is to show both the useful workflow and the limitations that still require engineering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Jennifer Lee</a:t>
            </a:r>
          </a:p>
          <a:p xmlns:a="http://schemas.openxmlformats.org/drawingml/2006/main">
            <a:r>
              <a:t/>
            </a:r>
          </a:p>
          <a:p xmlns:a="http://schemas.openxmlformats.org/drawingml/2006/main">
            <a:r>
              <a:t>Exact script:</a:t>
            </a:r>
          </a:p>
          <a:p xmlns:a="http://schemas.openxmlformats.org/drawingml/2006/main">
            <a:r>
              <a:t>A raster image stores color on a fixed grid. JPEG, PNG, WEBP, and GIF files are common raster formats. When we enlarge that grid, we enlarge its pixels, so edges can look jagged. A vector file stores geometry instead. An SVG path can describe straight segments and curves with coordinates and commands. The same path can render at many sizes because the renderer recalculates the pixels. Vectorization is the process of estimating that geometry from the raster evidence. This matters for our project because water jet preparation needs boundaries and scale, not only a picture that looks correct on a screen.</a:t>
            </a:r>
          </a:p>
          <a:p xmlns:a="http://schemas.openxmlformats.org/drawingml/2006/main">
            <a:r>
              <a:t/>
            </a:r>
          </a:p>
          <a:p xmlns:a="http://schemas.openxmlformats.org/drawingml/2006/main">
            <a:r>
              <a:t>Sources:</a:t>
            </a:r>
          </a:p>
          <a:p xmlns:a="http://schemas.openxmlformats.org/drawingml/2006/main">
            <a:r>
              <a:t>- W3C SVG Paths: https://www.w3.org/TR/SVG/paths.html</a:t>
            </a:r>
          </a:p>
          <a:p xmlns:a="http://schemas.openxmlformats.org/drawingml/2006/main">
            <a:r>
              <a:t>- MDN SVG Paths: https://developer.mozilla.org/en-US/docs/Web/SVG/Tutorials/SVG_from_scratch/Paths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Jennifer Lee</a:t>
            </a:r>
          </a:p>
          <a:p xmlns:a="http://schemas.openxmlformats.org/drawingml/2006/main">
            <a:r>
              <a:t/>
            </a:r>
          </a:p>
          <a:p xmlns:a="http://schemas.openxmlformats.org/drawingml/2006/main">
            <a:r>
              <a:t>Exact script:</a:t>
            </a:r>
          </a:p>
          <a:p xmlns:a="http://schemas.openxmlformats.org/drawingml/2006/main">
            <a:r>
              <a:t>Logos look simple, but tracing them creates several different problems. First, each color can represent a different material. The boundary between blue and gold therefore matters just as much as the outer silhouette. Second, topology matters. A hole inside a letter must remain a hole, every cut path should close, and adjacent regions may share an edge that we should avoid cutting twice. Third, geometry matters. A tracer can approximate a smooth curve with hundreds of tiny segments, but CAD and fabrication workflows often benefit from native curves. Finally, the input can be ambiguous because of gradients, compression artifacts, transparency, or low resolution. A useful vectorizer must expose those limits instead of hiding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Hamsini Tankala</a:t>
            </a:r>
          </a:p>
          <a:p xmlns:a="http://schemas.openxmlformats.org/drawingml/2006/main">
            <a:r>
              <a:t/>
            </a:r>
          </a:p>
          <a:p xmlns:a="http://schemas.openxmlformats.org/drawingml/2006/main">
            <a:r>
              <a:t>Exact script:</a:t>
            </a:r>
          </a:p>
          <a:p xmlns:a="http://schemas.openxmlformats.org/drawingml/2006/main">
            <a:r>
              <a:t>A practical vectorization pipeline has five stages. We first decode the upload and normalize orientation and transparency. We then reduce the number of colors so small pixel variations do not become separate materials. The tracer fits closed SVG paths around those color regions. A human reviews the preview, warnings, topology, and physical scale. The exporter then writes SVG for direct path inspection and DXF for CAD. These stages are linked, so an early decision changes every later result. For example, aggressive color reduction can merge two materials before tracing starts. Reproducibility therefore requires the original file, the settings, and the output together.</a:t>
            </a:r>
          </a:p>
          <a:p xmlns:a="http://schemas.openxmlformats.org/drawingml/2006/main">
            <a:r>
              <a:t/>
            </a:r>
          </a:p>
          <a:p xmlns:a="http://schemas.openxmlformats.org/drawingml/2006/main">
            <a:r>
              <a:t>Sources:</a:t>
            </a:r>
          </a:p>
          <a:p xmlns:a="http://schemas.openxmlformats.org/drawingml/2006/main">
            <a:r>
              <a:t>- VTracer project: https://github.com/visioncortex/vtracer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Hamsini Tankala</a:t>
            </a:r>
          </a:p>
          <a:p xmlns:a="http://schemas.openxmlformats.org/drawingml/2006/main">
            <a:r>
              <a:t/>
            </a:r>
          </a:p>
          <a:p xmlns:a="http://schemas.openxmlformats.org/drawingml/2006/main">
            <a:r>
              <a:t>Exact script:</a:t>
            </a:r>
          </a:p>
          <a:p xmlns:a="http://schemas.openxmlformats.org/drawingml/2006/main">
            <a:r>
              <a:t>Color reduction turns millions of pixel values into a smaller set of region candidates. This is necessary because anti-aliasing creates blended edge colors that usually do not represent real materials. In our build, the maximum-colors control limits VTracer's clustering. If we allow too many colors, tiny variations can create extra paths. If we allow too few, two intended materials can merge. The dominant border option can remove a uniform outer background, but that rule can also be wrong when the border itself matters. The operator must compare the preview with the source and understand what each retained color means in the real product.</a:t>
            </a:r>
          </a:p>
          <a:p xmlns:a="http://schemas.openxmlformats.org/drawingml/2006/main">
            <a:r>
              <a:t/>
            </a:r>
          </a:p>
          <a:p xmlns:a="http://schemas.openxmlformats.org/drawingml/2006/main">
            <a:r>
              <a:t>Sources:</a:t>
            </a:r>
          </a:p>
          <a:p xmlns:a="http://schemas.openxmlformats.org/drawingml/2006/main">
            <a:r>
              <a:t>- VTracer project: https://github.com/visioncortex/vtracer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Hamsini Tankala</a:t>
            </a:r>
          </a:p>
          <a:p xmlns:a="http://schemas.openxmlformats.org/drawingml/2006/main">
            <a:r>
              <a:t/>
            </a:r>
          </a:p>
          <a:p xmlns:a="http://schemas.openxmlformats.org/drawingml/2006/main">
            <a:r>
              <a:t>Exact script:</a:t>
            </a:r>
          </a:p>
          <a:p xmlns:a="http://schemas.openxmlformats.org/drawingml/2006/main">
            <a:r>
              <a:t>SVG paths use compact commands. M moves to a starting coordinate. L draws a line. C draws a cubic Bézier curve using two control points and an endpoint. Z closes the path. A cubic curve can represent a smooth boundary with fewer meaningful controls than a dense chain of straight segments. Our development build asks VTracer for spline output and preserves cubic and quadratic commands through structured SVG parsing. The simplification setting changes how closely the fitted curve follows the source pixels. Higher simplification reduces detail and control points. Lower simplification retains more local variation. Neither direction is automatically correct. We judge the result against the intended artwork and fabrication needs.</a:t>
            </a:r>
          </a:p>
          <a:p xmlns:a="http://schemas.openxmlformats.org/drawingml/2006/main">
            <a:r>
              <a:t/>
            </a:r>
          </a:p>
          <a:p xmlns:a="http://schemas.openxmlformats.org/drawingml/2006/main">
            <a:r>
              <a:t>Sources:</a:t>
            </a:r>
          </a:p>
          <a:p xmlns:a="http://schemas.openxmlformats.org/drawingml/2006/main">
            <a:r>
              <a:t>- W3C SVG Paths: https://www.w3.org/TR/SVG/paths.html</a:t>
            </a:r>
          </a:p>
          <a:p xmlns:a="http://schemas.openxmlformats.org/drawingml/2006/main">
            <a:r>
              <a:t>- MDN SVG Paths: https://developer.mozilla.org/en-US/docs/Web/SVG/Tutorials/SVG_from_scratch/Paths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Vibhas Nair</a:t>
            </a:r>
          </a:p>
          <a:p xmlns:a="http://schemas.openxmlformats.org/drawingml/2006/main">
            <a:r>
              <a:t/>
            </a:r>
          </a:p>
          <a:p xmlns:a="http://schemas.openxmlformats.org/drawingml/2006/main">
            <a:r>
              <a:t>Exact script:</a:t>
            </a:r>
          </a:p>
          <a:p xmlns:a="http://schemas.openxmlformats.org/drawingml/2006/main">
            <a:r>
              <a:t>Topology describes how paths connect and nest. A closed path returns to its start, which lets software interpret a complete region. A hole requires an inner boundary with the correct relationship to the outer path. Adjacent material regions may share one physical boundary, but independent color tracing can produce two coincident curves. A preview can hide these problems because both curves render in the same place. For fabrication, duplicate edges may cause a machine to revisit a cut. Our current build counts closed paths and preserves traced curves, but exact hole handling and shared-edge deduplication still require validation. This is one reason we warn users that successful export does not equal fabrication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Vibhas Nair</a:t>
            </a:r>
          </a:p>
          <a:p xmlns:a="http://schemas.openxmlformats.org/drawingml/2006/main">
            <a:r>
              <a:t/>
            </a:r>
          </a:p>
          <a:p xmlns:a="http://schemas.openxmlformats.org/drawingml/2006/main">
            <a:r>
              <a:t>Exact script:</a:t>
            </a:r>
          </a:p>
          <a:p xmlns:a="http://schemas.openxmlformats.org/drawingml/2006/main">
            <a:r>
              <a:t>SVG and DXF answer different questions. SVG gives us an inspectable web vector. We can open it in a browser, read its path commands, and confirm the declared physical dimensions. DXF moves the geometry into a CAD workflow. Our exporter creates one named layer per detected color, sets inches or millimeters, and preserves curved sections as native SPLINE entities. It uses DXF R2000 because R12 does not support this spline representation. A syntactically valid DXF still needs a downstream import check. We must confirm scale, layer names, closed geometry, entity support, and appearance in the client's actual software before anyone treats the file as production ready.</a:t>
            </a:r>
          </a:p>
          <a:p xmlns:a="http://schemas.openxmlformats.org/drawingml/2006/main">
            <a:r>
              <a:t/>
            </a:r>
          </a:p>
          <a:p xmlns:a="http://schemas.openxmlformats.org/drawingml/2006/main">
            <a:r>
              <a:t>Sources:</a:t>
            </a:r>
          </a:p>
          <a:p xmlns:a="http://schemas.openxmlformats.org/drawingml/2006/main">
            <a:r>
              <a:t>- ezdxf path documentation: https://ezdxf.readthedocs.io/en/stable/path.html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Vibhas Nair</a:t>
            </a:r>
          </a:p>
          <a:p xmlns:a="http://schemas.openxmlformats.org/drawingml/2006/main">
            <a:r>
              <a:t/>
            </a:r>
          </a:p>
          <a:p xmlns:a="http://schemas.openxmlformats.org/drawingml/2006/main">
            <a:r>
              <a:t>Exact script:</a:t>
            </a:r>
          </a:p>
          <a:p xmlns:a="http://schemas.openxmlformats.org/drawingml/2006/main">
            <a:r>
              <a:t>Now I will demonstrate the workflow. I start the local application and upload examples slash holes-and-curves dot png. I set the output width to ten inches, keep four maximum colors, use one point five pixels of simplification, and ignore the dominant border color. The left side shows the raster source. The right side shows the SVG curve preview. Below that, the application reports the number of color regions, closed paths, curve segments, and physical dimensions. I download SVG and DXF. The SVG opens in a browser. For the DXF, I run the prepared inspection command and confirm that the model space contains native spline or polyline entities on named region layers. I still do not claim that this output is ready to cut. If the live server fails, I will use the captured output on this slide and explain the same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Alex Tang</a:t>
            </a:r>
          </a:p>
          <a:p xmlns:a="http://schemas.openxmlformats.org/drawingml/2006/main">
            <a:r>
              <a:t/>
            </a:r>
          </a:p>
          <a:p xmlns:a="http://schemas.openxmlformats.org/drawingml/2006/main">
            <a:r>
              <a:t>Exact script:</a:t>
            </a:r>
          </a:p>
          <a:p xmlns:a="http://schemas.openxmlformats.org/drawingml/2006/main">
            <a:r>
              <a:t>We evaluate vectorization at four levels. Visual fidelity checks whether the traced boundary follows the intended artwork. Topology checks closure, holes, nesting, and duplicate shared edges. Physical meaning checks output size, units, color layers, and the relationship between those layers and materials. Downstream behavior checks the actual CAD import and, when approved, physical cutting. Our automated tests can verify parsing, scaling, closed commands, entity types, and file serialization. They cannot replace client acceptance. The current known gaps include exact circle and arc recognition, shared-edge cleanup, manual correction controls, and validation in the client's confirmed AutoCAD and IGEMS versions. We track those gaps instead of presenting them as completed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Alex Tang</a:t>
            </a:r>
          </a:p>
          <a:p xmlns:a="http://schemas.openxmlformats.org/drawingml/2006/main">
            <a:r>
              <a:t/>
            </a:r>
          </a:p>
          <a:p xmlns:a="http://schemas.openxmlformats.org/drawingml/2006/main">
            <a:r>
              <a:t>Exact script:</a:t>
            </a:r>
          </a:p>
          <a:p xmlns:a="http://schemas.openxmlformats.org/drawingml/2006/main">
            <a:r>
              <a:t>The implementation uses open-source components with separate responsibilities. VTracer clusters colors and produces spline-based SVG paths. svgelements parses path commands as geometry instead of treating SVG as an image. ezdxf writes units, layers, splines, and polylines. Streamlit provides the local interface. uv locks dependencies and runs the same commands across operating systems. Pillow only decodes and normalizes uploads. It does not trace the logo. The repository currently has seventeen automated tests. GitHub Actions runs the locked project on Windows, Linux, and macOS with Python three point eleven through three point thirteen. These tests catch code regressions, but CAD import and physical cutting still need separate evidence.</a:t>
            </a:r>
          </a:p>
          <a:p xmlns:a="http://schemas.openxmlformats.org/drawingml/2006/main">
            <a:r>
              <a:t/>
            </a:r>
          </a:p>
          <a:p xmlns:a="http://schemas.openxmlformats.org/drawingml/2006/main">
            <a:r>
              <a:t>Sources:</a:t>
            </a:r>
          </a:p>
          <a:p xmlns:a="http://schemas.openxmlformats.org/drawingml/2006/main">
            <a:r>
              <a:t>- VTracer: https://github.com/visioncortex/vtracer</a:t>
            </a:r>
          </a:p>
          <a:p xmlns:a="http://schemas.openxmlformats.org/drawingml/2006/main">
            <a:r>
              <a:t>- svgelements: https://github.com/meerk40t/svgelements</a:t>
            </a:r>
          </a:p>
          <a:p xmlns:a="http://schemas.openxmlformats.org/drawingml/2006/main">
            <a:r>
              <a:t>- ezdxf: https://ezdxf.readthedocs.io/</a:t>
            </a:r>
          </a:p>
          <a:p xmlns:a="http://schemas.openxmlformats.org/drawingml/2006/main">
            <a:r>
              <a:t>- uv: https://docs.astral.sh/uv/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Alex Tang</a:t>
            </a:r>
          </a:p>
          <a:p xmlns:a="http://schemas.openxmlformats.org/drawingml/2006/main">
            <a:r>
              <a:t/>
            </a:r>
          </a:p>
          <a:p xmlns:a="http://schemas.openxmlformats.org/drawingml/2006/main">
            <a:r>
              <a:t>Exact script:</a:t>
            </a:r>
          </a:p>
          <a:p xmlns:a="http://schemas.openxmlformats.org/drawingml/2006/main">
            <a:r>
              <a:t>You can repeat the tutorial with four steps. First, clone our public development repository. Second, run uv sync dash dash locked dash dash dev. Third, run uv run streamlit run app dot py. Fourth, upload examples slash holes-and-curves dot png and use the settings shown during the demonstration. The project website also includes the exact procedure and technical references. The main takeaways are these. Vectorization estimates geometry from pixels, so the input and settings shape the result. Color, topology, curves, and physical scale all matter when a logo becomes CAD geometry. Finally, a valid SVG or DXF file still needs downstream validation before fabrication. Thank you. We are ready for questions.</a:t>
            </a:r>
          </a:p>
          <a:p xmlns:a="http://schemas.openxmlformats.org/drawingml/2006/main">
            <a:r>
              <a:t/>
            </a:r>
          </a:p>
          <a:p xmlns:a="http://schemas.openxmlformats.org/drawingml/2006/main">
            <a:r>
              <a:t>Sources:</a:t>
            </a:r>
          </a:p>
          <a:p xmlns:a="http://schemas.openxmlformats.org/drawingml/2006/main">
            <a:r>
              <a:t>- Project repository: https://github.com/jennifer566/adcut-logo-vectorizer</a:t>
            </a:r>
          </a:p>
          <a:p xmlns:a="http://schemas.openxmlformats.org/drawingml/2006/main">
            <a:r>
              <a:t>- Project website: https://jennifer566.github.io/adcut-logo-vectorizer-site/tech-talk.html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3a4f458ee84d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36beed2948748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fea50302fc43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ee654bf9bb44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74c53d2f2d4a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58c3284e4e49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C8DAC3-D9CB-42F7-90DF-DD1E9B5B84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165133-207B-41F0-935D-39EE7178A62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C716A2-169E-40CC-89E9-DCB61D16A1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B55675-2BD6-4675-9C53-DC24629E2A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7E21A3-4A44-4741-8F45-16A78E0103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2FD68C3-A646-4313-AB4E-50A020797B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341DD2-6C32-4031-B54F-BA5B8C7F20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65F99D2-C1AF-4BA2-8C84-32A8E5CC56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90B48F-24EF-4205-A4D3-DA3C2BB71A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59DDD1-F49D-4C73-B999-31B519D77F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11afd4239a48ad" /><Relationship Type="http://schemas.openxmlformats.org/officeDocument/2006/relationships/slideLayout" Target="/ppt/slideLayouts/slideLayout1.xml" Id="R28bbfd93dcfd46c7" /><Relationship Type="http://schemas.openxmlformats.org/officeDocument/2006/relationships/slideLayout" Target="/ppt/slideLayouts/slideLayout2.xml" Id="R6ffe408e15ce4922" /><Relationship Type="http://schemas.openxmlformats.org/officeDocument/2006/relationships/slideLayout" Target="/ppt/slideLayouts/slideLayout3.xml" Id="R8a897451fbf24d2f" /><Relationship Type="http://schemas.openxmlformats.org/officeDocument/2006/relationships/slideLayout" Target="/ppt/slideLayouts/slideLayout4.xml" Id="Rc0c84fa4a6a94c6a" /><Relationship Type="http://schemas.openxmlformats.org/officeDocument/2006/relationships/slideLayout" Target="/ppt/slideLayouts/slideLayout5.xml" Id="R9a941759ccc942cc" /><Relationship Type="http://schemas.openxmlformats.org/officeDocument/2006/relationships/slideLayout" Target="/ppt/slideLayouts/slideLayout6.xml" Id="R99403dca0afc4f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bbfd93dcfd46c7"/>
    <p:sldLayoutId xmlns:r="http://schemas.openxmlformats.org/officeDocument/2006/relationships" id="2147483650" r:id="R6ffe408e15ce4922"/>
    <p:sldLayoutId xmlns:r="http://schemas.openxmlformats.org/officeDocument/2006/relationships" id="2147483651" r:id="R8a897451fbf24d2f"/>
    <p:sldLayoutId xmlns:r="http://schemas.openxmlformats.org/officeDocument/2006/relationships" id="2147483652" r:id="Rc0c84fa4a6a94c6a"/>
    <p:sldLayoutId xmlns:r="http://schemas.openxmlformats.org/officeDocument/2006/relationships" id="2147483653" r:id="R9a941759ccc942cc"/>
    <p:sldLayoutId xmlns:r="http://schemas.openxmlformats.org/officeDocument/2006/relationships" id="2147483654" r:id="R99403dca0afc4f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fef42f4f3848db" /><Relationship Type="http://schemas.openxmlformats.org/officeDocument/2006/relationships/image" Target="/ppt/media/image.png" Id="Rf3bfa54255df4324" /><Relationship Type="http://schemas.openxmlformats.org/officeDocument/2006/relationships/image" Target="/ppt/media/image.svg" Id="Raad17ea17468488d" /><Relationship Type="http://schemas.openxmlformats.org/officeDocument/2006/relationships/notesSlide" Target="/ppt/notesSlides/notesSlide1.xml" Id="R5af1eba7e4a540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24eae9e51a54f3a" /><Relationship Type="http://schemas.openxmlformats.org/officeDocument/2006/relationships/image" Target="/ppt/media/image2.png" Id="R61a9a73356be4460" /><Relationship Type="http://schemas.openxmlformats.org/officeDocument/2006/relationships/image" Target="/ppt/media/image3.png" Id="Rc92775a6d215484a" /><Relationship Type="http://schemas.openxmlformats.org/officeDocument/2006/relationships/image" Target="/ppt/media/image2.svg" Id="R1c6c8355970a4526" /><Relationship Type="http://schemas.openxmlformats.org/officeDocument/2006/relationships/notesSlide" Target="/ppt/notesSlides/notesSlide2.xml" Id="R55e6e45a273748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a8fb6af6d0d4832" /><Relationship Type="http://schemas.openxmlformats.org/officeDocument/2006/relationships/image" Target="/ppt/media/image4.png" Id="R280b75c50f32405c" /><Relationship Type="http://schemas.openxmlformats.org/officeDocument/2006/relationships/notesSlide" Target="/ppt/notesSlides/notesSlide3.xml" Id="Rf4dd154b8cbd4d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56614f0182e4079" /><Relationship Type="http://schemas.openxmlformats.org/officeDocument/2006/relationships/notesSlide" Target="/ppt/notesSlides/notesSlide4.xml" Id="R25ea273c3b0e4c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f4fbc180679452c" /><Relationship Type="http://schemas.openxmlformats.org/officeDocument/2006/relationships/image" Target="/ppt/media/image5.png" Id="R00c22f3ec9b84414" /><Relationship Type="http://schemas.openxmlformats.org/officeDocument/2006/relationships/image" Target="/ppt/media/image3.svg" Id="R4e39e63ed08d4435" /><Relationship Type="http://schemas.openxmlformats.org/officeDocument/2006/relationships/notesSlide" Target="/ppt/notesSlides/notesSlide5.xml" Id="R5f678b69a09342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9ebddb583eb4982" /><Relationship Type="http://schemas.openxmlformats.org/officeDocument/2006/relationships/image" Target="/ppt/media/image6.png" Id="Reaf93917997a4aed" /><Relationship Type="http://schemas.openxmlformats.org/officeDocument/2006/relationships/notesSlide" Target="/ppt/notesSlides/notesSlide6.xml" Id="Re9111aba6af843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c610bd6e364ad5" /><Relationship Type="http://schemas.openxmlformats.org/officeDocument/2006/relationships/notesSlide" Target="/ppt/notesSlides/notesSlide7.xml" Id="R26fa31eff9d942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66faf8c27d43e9" /><Relationship Type="http://schemas.openxmlformats.org/officeDocument/2006/relationships/notesSlide" Target="/ppt/notesSlides/notesSlide8.xml" Id="R1a4f6769ffdf48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e7a254f14074c40" /><Relationship Type="http://schemas.openxmlformats.org/officeDocument/2006/relationships/image" Target="/ppt/media/image7.png" Id="R56ae07500cf64764" /><Relationship Type="http://schemas.openxmlformats.org/officeDocument/2006/relationships/image" Target="/ppt/media/image4.svg" Id="Rfd7ca7b09ff84193" /><Relationship Type="http://schemas.openxmlformats.org/officeDocument/2006/relationships/notesSlide" Target="/ppt/notesSlides/notesSlide9.xml" Id="R66be7c56e6454b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321e80d5a284205" /><Relationship Type="http://schemas.openxmlformats.org/officeDocument/2006/relationships/notesSlide" Target="/ppt/notesSlides/notesSlide10.xml" Id="Ree599eb316ef45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9830922309482f" /><Relationship Type="http://schemas.openxmlformats.org/officeDocument/2006/relationships/notesSlide" Target="/ppt/notesSlides/notesSlide11.xml" Id="R00844e6a97bf4e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30e88457d9a4313" /><Relationship Type="http://schemas.openxmlformats.org/officeDocument/2006/relationships/notesSlide" Target="/ppt/notesSlides/notesSlide12.xml" Id="Re9e7bf92236a4fe5" /></Relationships>
</file>

<file path=ppt/slides/slide1.xml><?xml version="1.0" encoding="utf-8"?>
<p:sld xmlns:p="http://schemas.openxmlformats.org/presentationml/2006/main">
  <p:cSld>
    <p:bg>
      <p:bgPr>
        <a:solidFill xmlns:a="http://schemas.openxmlformats.org/drawingml/2006/main">
          <a:srgbClr val="13294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3350AA-F9DB-4467-A578-28301CD40C2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B3DF25-995A-4C4E-A7A3-B8274879DFDC}"/>
              </a:ext>
            </a:extLst>
          </p:cNvPr>
          <p:cNvSpPr>
            <a:spLocks xmlns:a="http://schemas.openxmlformats.org/drawingml/2006/main" noGrp="1"/>
          </p:cNvSpPr>
          <p:nvPr/>
        </p:nvSpPr>
        <p:spPr>
          <a:xfrm xmlns:a="http://schemas.openxmlformats.org/drawingml/2006/main">
            <a:off x="723900" y="7620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4B9CD3"/>
                </a:solidFill>
              </a:defRPr>
            </a:defPPr>
            <a:lvl1pPr>
              <a:defRPr sz="1125" b="1">
                <a:solidFill>
                  <a:srgbClr val="4B9CD3"/>
                </a:solidFill>
              </a:defRPr>
            </a:lvl1pPr>
            <a:lvl2pPr>
              <a:defRPr sz="1125" b="1">
                <a:solidFill>
                  <a:srgbClr val="4B9CD3"/>
                </a:solidFill>
              </a:defRPr>
            </a:lvl2pPr>
            <a:lvl3pPr>
              <a:defRPr sz="1125" b="1">
                <a:solidFill>
                  <a:srgbClr val="4B9CD3"/>
                </a:solidFill>
              </a:defRPr>
            </a:lvl3pPr>
            <a:lvl4pPr>
              <a:defRPr sz="1125" b="1">
                <a:solidFill>
                  <a:srgbClr val="4B9CD3"/>
                </a:solidFill>
              </a:defRPr>
            </a:lvl4pPr>
            <a:lvl5pPr>
              <a:defRPr sz="1125" b="1">
                <a:solidFill>
                  <a:srgbClr val="4B9CD3"/>
                </a:solidFill>
              </a:defRPr>
            </a:lvl5pPr>
            <a:lvl6pPr>
              <a:defRPr sz="1125" b="1">
                <a:solidFill>
                  <a:srgbClr val="4B9CD3"/>
                </a:solidFill>
              </a:defRPr>
            </a:lvl6pPr>
            <a:lvl7pPr>
              <a:defRPr sz="1125" b="1">
                <a:solidFill>
                  <a:srgbClr val="4B9CD3"/>
                </a:solidFill>
              </a:defRPr>
            </a:lvl7pPr>
            <a:lvl8pPr>
              <a:defRPr sz="1125" b="1">
                <a:solidFill>
                  <a:srgbClr val="4B9CD3"/>
                </a:solidFill>
              </a:defRPr>
            </a:lvl8pPr>
            <a:lvl9pPr>
              <a:defRPr sz="1125" b="1">
                <a:solidFill>
                  <a:srgbClr val="4B9CD3"/>
                </a:solidFill>
              </a:defRPr>
            </a:lvl9pPr>
          </a:lstStyle>
          <a:p xmlns:a="http://schemas.openxmlformats.org/drawingml/2006/main">
            <a:pPr>
              <a:defRPr sz="1125" b="1">
                <a:solidFill>
                  <a:srgbClr val="4B9CD3"/>
                </a:solidFill>
              </a:defRPr>
            </a:pPr>
            <a:r>
              <a:rPr sz="1125" b="1">
                <a:solidFill>
                  <a:srgbClr val="4B9CD3"/>
                </a:solidFill>
              </a:rPr>
              <a:t>IMAGE VECTORIZATION</a:t>
            </a:r>
          </a:p>
        </p:txBody>
      </p:sp>
      <p:sp>
        <p:nvSpPr>
          <p:cNvPr id="3" name="">
            <a:extLst xmlns:a="http://schemas.openxmlformats.org/drawingml/2006/main">
              <a:ext uri="{FF2B5EF4-FFF2-40B4-BE49-F238E27FC236}">
                <a16:creationId xmlns:a16="http://schemas.microsoft.com/office/drawing/2014/main" id="{A390BFFA-B980-429C-9212-A8AAB91BD1BE}"/>
              </a:ext>
            </a:extLst>
          </p:cNvPr>
          <p:cNvSpPr>
            <a:spLocks xmlns:a="http://schemas.openxmlformats.org/drawingml/2006/main" noGrp="1"/>
          </p:cNvSpPr>
          <p:nvPr/>
        </p:nvSpPr>
        <p:spPr>
          <a:xfrm xmlns:a="http://schemas.openxmlformats.org/drawingml/2006/main">
            <a:off x="723900" y="1314450"/>
            <a:ext cx="5334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650" b="1">
                <a:solidFill>
                  <a:srgbClr val="FFFFFF"/>
                </a:solidFill>
              </a:defRPr>
            </a:defPPr>
            <a:lvl1pPr>
              <a:defRPr sz="4650" b="1">
                <a:solidFill>
                  <a:srgbClr val="FFFFFF"/>
                </a:solidFill>
              </a:defRPr>
            </a:lvl1pPr>
            <a:lvl2pPr>
              <a:defRPr sz="4650" b="1">
                <a:solidFill>
                  <a:srgbClr val="FFFFFF"/>
                </a:solidFill>
              </a:defRPr>
            </a:lvl2pPr>
            <a:lvl3pPr>
              <a:defRPr sz="4650" b="1">
                <a:solidFill>
                  <a:srgbClr val="FFFFFF"/>
                </a:solidFill>
              </a:defRPr>
            </a:lvl3pPr>
            <a:lvl4pPr>
              <a:defRPr sz="4650" b="1">
                <a:solidFill>
                  <a:srgbClr val="FFFFFF"/>
                </a:solidFill>
              </a:defRPr>
            </a:lvl4pPr>
            <a:lvl5pPr>
              <a:defRPr sz="4650" b="1">
                <a:solidFill>
                  <a:srgbClr val="FFFFFF"/>
                </a:solidFill>
              </a:defRPr>
            </a:lvl5pPr>
            <a:lvl6pPr>
              <a:defRPr sz="4650" b="1">
                <a:solidFill>
                  <a:srgbClr val="FFFFFF"/>
                </a:solidFill>
              </a:defRPr>
            </a:lvl6pPr>
            <a:lvl7pPr>
              <a:defRPr sz="4650" b="1">
                <a:solidFill>
                  <a:srgbClr val="FFFFFF"/>
                </a:solidFill>
              </a:defRPr>
            </a:lvl7pPr>
            <a:lvl8pPr>
              <a:defRPr sz="4650" b="1">
                <a:solidFill>
                  <a:srgbClr val="FFFFFF"/>
                </a:solidFill>
              </a:defRPr>
            </a:lvl8pPr>
            <a:lvl9pPr>
              <a:defRPr sz="4650" b="1">
                <a:solidFill>
                  <a:srgbClr val="FFFFFF"/>
                </a:solidFill>
              </a:defRPr>
            </a:lvl9pPr>
          </a:lstStyle>
          <a:p xmlns:a="http://schemas.openxmlformats.org/drawingml/2006/main">
            <a:pPr>
              <a:defRPr sz="4650" b="1">
                <a:solidFill>
                  <a:srgbClr val="FFFFFF"/>
                </a:solidFill>
              </a:defRPr>
            </a:pPr>
            <a:r>
              <a:rPr sz="4650" b="1">
                <a:solidFill>
                  <a:srgbClr val="FFFFFF"/>
                </a:solidFill>
              </a:rPr>
              <a:t>Pixels into</a:t>
            </a:r>
          </a:p>
          <a:p xmlns:a="http://schemas.openxmlformats.org/drawingml/2006/main">
            <a:pPr>
              <a:defRPr sz="4650" b="1">
                <a:solidFill>
                  <a:srgbClr val="FFFFFF"/>
                </a:solidFill>
              </a:defRPr>
            </a:pPr>
            <a:r>
              <a:rPr sz="4650" b="1">
                <a:solidFill>
                  <a:srgbClr val="FFFFFF"/>
                </a:solidFill>
              </a:rPr>
              <a:t>paths</a:t>
            </a:r>
          </a:p>
        </p:txBody>
      </p:sp>
      <p:sp>
        <p:nvSpPr>
          <p:cNvPr id="4" name="">
            <a:extLst xmlns:a="http://schemas.openxmlformats.org/drawingml/2006/main">
              <a:ext uri="{FF2B5EF4-FFF2-40B4-BE49-F238E27FC236}">
                <a16:creationId xmlns:a16="http://schemas.microsoft.com/office/drawing/2014/main" id="{BDB2BC15-E656-4709-8483-46EBF99DEE28}"/>
              </a:ext>
            </a:extLst>
          </p:cNvPr>
          <p:cNvSpPr>
            <a:spLocks xmlns:a="http://schemas.openxmlformats.org/drawingml/2006/main" noGrp="1"/>
          </p:cNvSpPr>
          <p:nvPr/>
        </p:nvSpPr>
        <p:spPr>
          <a:xfrm xmlns:a="http://schemas.openxmlformats.org/drawingml/2006/main">
            <a:off x="742950" y="3638550"/>
            <a:ext cx="514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a:solidFill>
                  <a:srgbClr val="DDEFF8"/>
                </a:solidFill>
              </a:defRPr>
            </a:defPPr>
            <a:lvl1pPr>
              <a:defRPr sz="1800">
                <a:solidFill>
                  <a:srgbClr val="DDEFF8"/>
                </a:solidFill>
              </a:defRPr>
            </a:lvl1pPr>
            <a:lvl2pPr>
              <a:defRPr sz="1800">
                <a:solidFill>
                  <a:srgbClr val="DDEFF8"/>
                </a:solidFill>
              </a:defRPr>
            </a:lvl2pPr>
            <a:lvl3pPr>
              <a:defRPr sz="1800">
                <a:solidFill>
                  <a:srgbClr val="DDEFF8"/>
                </a:solidFill>
              </a:defRPr>
            </a:lvl3pPr>
            <a:lvl4pPr>
              <a:defRPr sz="1800">
                <a:solidFill>
                  <a:srgbClr val="DDEFF8"/>
                </a:solidFill>
              </a:defRPr>
            </a:lvl4pPr>
            <a:lvl5pPr>
              <a:defRPr sz="1800">
                <a:solidFill>
                  <a:srgbClr val="DDEFF8"/>
                </a:solidFill>
              </a:defRPr>
            </a:lvl5pPr>
            <a:lvl6pPr>
              <a:defRPr sz="1800">
                <a:solidFill>
                  <a:srgbClr val="DDEFF8"/>
                </a:solidFill>
              </a:defRPr>
            </a:lvl6pPr>
            <a:lvl7pPr>
              <a:defRPr sz="1800">
                <a:solidFill>
                  <a:srgbClr val="DDEFF8"/>
                </a:solidFill>
              </a:defRPr>
            </a:lvl7pPr>
            <a:lvl8pPr>
              <a:defRPr sz="1800">
                <a:solidFill>
                  <a:srgbClr val="DDEFF8"/>
                </a:solidFill>
              </a:defRPr>
            </a:lvl8pPr>
            <a:lvl9pPr>
              <a:defRPr sz="1800">
                <a:solidFill>
                  <a:srgbClr val="DDEFF8"/>
                </a:solidFill>
              </a:defRPr>
            </a:lvl9pPr>
          </a:lstStyle>
          <a:p xmlns:a="http://schemas.openxmlformats.org/drawingml/2006/main">
            <a:pPr>
              <a:defRPr sz="1800">
                <a:solidFill>
                  <a:srgbClr val="DDEFF8"/>
                </a:solidFill>
              </a:defRPr>
            </a:pPr>
            <a:r>
              <a:rPr sz="1800">
                <a:solidFill>
                  <a:srgbClr val="DDEFF8"/>
                </a:solidFill>
              </a:rPr>
              <a:t>A practical tutorial on color tracing, Bézier curves, SVG, and CAD export</a:t>
            </a:r>
          </a:p>
        </p:txBody>
      </p:sp>
      <p:pic>
        <p:nvPicPr>
          <p:cNvPr id="5" name="">
            <a:extLst xmlns:a="http://schemas.openxmlformats.org/drawingml/2006/main">
              <a:ext uri="{FF2B5EF4-FFF2-40B4-BE49-F238E27FC236}">
                <a16:creationId xmlns:a16="http://schemas.microsoft.com/office/drawing/2014/main" id="{5208C5A8-7803-49B4-8AF1-3C48356DA667}"/>
              </a:ext>
            </a:extLst>
          </p:cNvPr>
          <p:cNvPicPr>
            <a:picLocks xmlns:a="http://schemas.openxmlformats.org/drawingml/2006/main" noChangeAspect="1"/>
          </p:cNvPicPr>
          <p:nvPr/>
        </p:nvPicPr>
        <p:blipFill>
          <a:blip xmlns:r="http://schemas.openxmlformats.org/officeDocument/2006/relationships" xmlns:a="http://schemas.openxmlformats.org/drawingml/2006/main" r:embed="Rf3bfa54255df4324">
            <a:extLst>
              <a:ext uri="{96DAC541-7B7A-43D3-8B79-37D633B846F1}">
                <asvg:svgBlip xmlns:asvg="http://schemas.microsoft.com/office/drawing/2016/SVG/main" r:embed="Raad17ea17468488d"/>
              </a:ext>
            </a:extLst>
          </a:blip>
          <a:stretch xmlns:a="http://schemas.openxmlformats.org/drawingml/2006/main"/>
        </p:blipFill>
        <p:spPr>
          <a:xfrm xmlns:a="http://schemas.openxmlformats.org/drawingml/2006/main">
            <a:off x="6667500" y="876300"/>
            <a:ext cx="4476750"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B3A2A78-8E9E-4C4E-A579-54F55B755B22}"/>
              </a:ext>
            </a:extLst>
          </p:cNvPr>
          <p:cNvSpPr>
            <a:spLocks xmlns:a="http://schemas.openxmlformats.org/drawingml/2006/main" noGrp="1"/>
          </p:cNvSpPr>
          <p:nvPr/>
        </p:nvSpPr>
        <p:spPr>
          <a:xfrm xmlns:a="http://schemas.openxmlformats.org/drawingml/2006/main">
            <a:off x="742950" y="596265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a:solidFill>
                  <a:srgbClr val="FFFFFF"/>
                </a:solidFill>
              </a:defRPr>
            </a:defPPr>
            <a:lvl1pPr>
              <a:defRPr sz="1125">
                <a:solidFill>
                  <a:srgbClr val="FFFFFF"/>
                </a:solidFill>
              </a:defRPr>
            </a:lvl1pPr>
            <a:lvl2pPr>
              <a:defRPr sz="1125">
                <a:solidFill>
                  <a:srgbClr val="FFFFFF"/>
                </a:solidFill>
              </a:defRPr>
            </a:lvl2pPr>
            <a:lvl3pPr>
              <a:defRPr sz="1125">
                <a:solidFill>
                  <a:srgbClr val="FFFFFF"/>
                </a:solidFill>
              </a:defRPr>
            </a:lvl3pPr>
            <a:lvl4pPr>
              <a:defRPr sz="1125">
                <a:solidFill>
                  <a:srgbClr val="FFFFFF"/>
                </a:solidFill>
              </a:defRPr>
            </a:lvl4pPr>
            <a:lvl5pPr>
              <a:defRPr sz="1125">
                <a:solidFill>
                  <a:srgbClr val="FFFFFF"/>
                </a:solidFill>
              </a:defRPr>
            </a:lvl5pPr>
            <a:lvl6pPr>
              <a:defRPr sz="1125">
                <a:solidFill>
                  <a:srgbClr val="FFFFFF"/>
                </a:solidFill>
              </a:defRPr>
            </a:lvl6pPr>
            <a:lvl7pPr>
              <a:defRPr sz="1125">
                <a:solidFill>
                  <a:srgbClr val="FFFFFF"/>
                </a:solidFill>
              </a:defRPr>
            </a:lvl7pPr>
            <a:lvl8pPr>
              <a:defRPr sz="1125">
                <a:solidFill>
                  <a:srgbClr val="FFFFFF"/>
                </a:solidFill>
              </a:defRPr>
            </a:lvl8pPr>
            <a:lvl9pPr>
              <a:defRPr sz="1125">
                <a:solidFill>
                  <a:srgbClr val="FFFFFF"/>
                </a:solidFill>
              </a:defRPr>
            </a:lvl9pPr>
          </a:lstStyle>
          <a:p xmlns:a="http://schemas.openxmlformats.org/drawingml/2006/main">
            <a:pPr>
              <a:defRPr sz="1125">
                <a:solidFill>
                  <a:srgbClr val="FFFFFF"/>
                </a:solidFill>
              </a:defRPr>
            </a:pPr>
            <a:r>
              <a:rPr sz="1125">
                <a:solidFill>
                  <a:srgbClr val="FFFFFF"/>
                </a:solidFill>
              </a:rPr>
              <a:t>UNC COMP 523  ·  Team E  ·  November 4, 2026</a:t>
            </a:r>
          </a:p>
        </p:txBody>
      </p:sp>
    </p:spTree>
    <p:extLst>
      <p:ext uri="{BB962C8B-B14F-4D97-AF65-F5344CB8AC3E}">
        <p14:creationId xmlns:p14="http://schemas.microsoft.com/office/powerpoint/2010/main" val="1947552069"/>
      </p:ext>
    </p:extLst>
  </p:cSld>
</p:sld>
</file>

<file path=ppt/slides/slide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3514152-01EA-4725-9A4D-D66C0EA5F31B}"/>
              </a:ext>
            </a:extLst>
          </p:cNvPr>
          <p:cNvSpPr>
            <a:spLocks xmlns:a="http://schemas.openxmlformats.org/drawingml/2006/main" noGrp="1"/>
          </p:cNvSpPr>
          <p:nvPr/>
        </p:nvSpPr>
        <p:spPr>
          <a:xfrm xmlns:a="http://schemas.openxmlformats.org/drawingml/2006/main">
            <a:off x="68580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9CD3"/>
                </a:solidFill>
              </a:defRPr>
            </a:defPPr>
            <a:lvl1pPr>
              <a:defRPr sz="975" b="1">
                <a:solidFill>
                  <a:srgbClr val="4B9CD3"/>
                </a:solidFill>
              </a:defRPr>
            </a:lvl1pPr>
            <a:lvl2pPr>
              <a:defRPr sz="975" b="1">
                <a:solidFill>
                  <a:srgbClr val="4B9CD3"/>
                </a:solidFill>
              </a:defRPr>
            </a:lvl2pPr>
            <a:lvl3pPr>
              <a:defRPr sz="975" b="1">
                <a:solidFill>
                  <a:srgbClr val="4B9CD3"/>
                </a:solidFill>
              </a:defRPr>
            </a:lvl3pPr>
            <a:lvl4pPr>
              <a:defRPr sz="975" b="1">
                <a:solidFill>
                  <a:srgbClr val="4B9CD3"/>
                </a:solidFill>
              </a:defRPr>
            </a:lvl4pPr>
            <a:lvl5pPr>
              <a:defRPr sz="975" b="1">
                <a:solidFill>
                  <a:srgbClr val="4B9CD3"/>
                </a:solidFill>
              </a:defRPr>
            </a:lvl5pPr>
            <a:lvl6pPr>
              <a:defRPr sz="975" b="1">
                <a:solidFill>
                  <a:srgbClr val="4B9CD3"/>
                </a:solidFill>
              </a:defRPr>
            </a:lvl6pPr>
            <a:lvl7pPr>
              <a:defRPr sz="975" b="1">
                <a:solidFill>
                  <a:srgbClr val="4B9CD3"/>
                </a:solidFill>
              </a:defRPr>
            </a:lvl7pPr>
            <a:lvl8pPr>
              <a:defRPr sz="975" b="1">
                <a:solidFill>
                  <a:srgbClr val="4B9CD3"/>
                </a:solidFill>
              </a:defRPr>
            </a:lvl8pPr>
            <a:lvl9pPr>
              <a:defRPr sz="975" b="1">
                <a:solidFill>
                  <a:srgbClr val="4B9CD3"/>
                </a:solidFill>
              </a:defRPr>
            </a:lvl9pPr>
          </a:lstStyle>
          <a:p xmlns:a="http://schemas.openxmlformats.org/drawingml/2006/main">
            <a:pPr>
              <a:defRPr sz="975" b="1">
                <a:solidFill>
                  <a:srgbClr val="4B9CD3"/>
                </a:solidFill>
              </a:defRPr>
            </a:pPr>
            <a:r>
              <a:rPr sz="975" b="1">
                <a:solidFill>
                  <a:srgbClr val="4B9CD3"/>
                </a:solidFill>
              </a:rPr>
              <a:t>IMAGE VECTORIZATION</a:t>
            </a:r>
          </a:p>
        </p:txBody>
      </p:sp>
      <p:sp>
        <p:nvSpPr>
          <p:cNvPr id="2" name="">
            <a:extLst xmlns:a="http://schemas.openxmlformats.org/drawingml/2006/main">
              <a:ext uri="{FF2B5EF4-FFF2-40B4-BE49-F238E27FC236}">
                <a16:creationId xmlns:a16="http://schemas.microsoft.com/office/drawing/2014/main" id="{9AFD9214-8F5A-48CE-911E-CC43049CCA0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3294B"/>
                </a:solidFill>
              </a:defRPr>
            </a:defPPr>
            <a:lvl1pPr>
              <a:defRPr sz="2700" b="1">
                <a:solidFill>
                  <a:srgbClr val="13294B"/>
                </a:solidFill>
              </a:defRPr>
            </a:lvl1pPr>
            <a:lvl2pPr>
              <a:defRPr sz="2700" b="1">
                <a:solidFill>
                  <a:srgbClr val="13294B"/>
                </a:solidFill>
              </a:defRPr>
            </a:lvl2pPr>
            <a:lvl3pPr>
              <a:defRPr sz="2700" b="1">
                <a:solidFill>
                  <a:srgbClr val="13294B"/>
                </a:solidFill>
              </a:defRPr>
            </a:lvl3pPr>
            <a:lvl4pPr>
              <a:defRPr sz="2700" b="1">
                <a:solidFill>
                  <a:srgbClr val="13294B"/>
                </a:solidFill>
              </a:defRPr>
            </a:lvl4pPr>
            <a:lvl5pPr>
              <a:defRPr sz="2700" b="1">
                <a:solidFill>
                  <a:srgbClr val="13294B"/>
                </a:solidFill>
              </a:defRPr>
            </a:lvl5pPr>
            <a:lvl6pPr>
              <a:defRPr sz="2700" b="1">
                <a:solidFill>
                  <a:srgbClr val="13294B"/>
                </a:solidFill>
              </a:defRPr>
            </a:lvl6pPr>
            <a:lvl7pPr>
              <a:defRPr sz="2700" b="1">
                <a:solidFill>
                  <a:srgbClr val="13294B"/>
                </a:solidFill>
              </a:defRPr>
            </a:lvl7pPr>
            <a:lvl8pPr>
              <a:defRPr sz="2700" b="1">
                <a:solidFill>
                  <a:srgbClr val="13294B"/>
                </a:solidFill>
              </a:defRPr>
            </a:lvl8pPr>
            <a:lvl9pPr>
              <a:defRPr sz="2700" b="1">
                <a:solidFill>
                  <a:srgbClr val="13294B"/>
                </a:solidFill>
              </a:defRPr>
            </a:lvl9pPr>
          </a:lstStyle>
          <a:p xmlns:a="http://schemas.openxmlformats.org/drawingml/2006/main">
            <a:pPr>
              <a:defRPr sz="2700" b="1">
                <a:solidFill>
                  <a:srgbClr val="13294B"/>
                </a:solidFill>
              </a:defRPr>
            </a:pPr>
            <a:r>
              <a:rPr sz="2700" b="1">
                <a:solidFill>
                  <a:srgbClr val="13294B"/>
                </a:solidFill>
              </a:rPr>
              <a:t>Raster images and vector paths</a:t>
            </a:r>
          </a:p>
        </p:txBody>
      </p:sp>
      <p:sp>
        <p:nvSpPr>
          <p:cNvPr id="3" name="">
            <a:extLst xmlns:a="http://schemas.openxmlformats.org/drawingml/2006/main">
              <a:ext uri="{FF2B5EF4-FFF2-40B4-BE49-F238E27FC236}">
                <a16:creationId xmlns:a16="http://schemas.microsoft.com/office/drawing/2014/main" id="{6EEE0820-FEFE-4A94-8CF7-5ECFC8A3A885}"/>
              </a:ext>
            </a:extLst>
          </p:cNvPr>
          <p:cNvSpPr>
            <a:spLocks xmlns:a="http://schemas.openxmlformats.org/drawingml/2006/main" noGrp="1"/>
          </p:cNvSpPr>
          <p:nvPr/>
        </p:nvSpPr>
        <p:spPr>
          <a:xfrm xmlns:a="http://schemas.openxmlformats.org/drawingml/2006/main">
            <a:off x="685800" y="1381125"/>
            <a:ext cx="876300" cy="47625"/>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12B585B-822C-4775-81E1-34D2AF914D68}"/>
              </a:ext>
            </a:extLst>
          </p:cNvPr>
          <p:cNvSpPr>
            <a:spLocks xmlns:a="http://schemas.openxmlformats.org/drawingml/2006/main" noGrp="1"/>
          </p:cNvSpPr>
          <p:nvPr/>
        </p:nvSpPr>
        <p:spPr>
          <a:xfrm xmlns:a="http://schemas.openxmlformats.org/drawingml/2006/main">
            <a:off x="11144250" y="400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579"/>
                </a:solidFill>
              </a:defRPr>
            </a:defPPr>
            <a:lvl1pPr>
              <a:defRPr sz="975" b="1">
                <a:solidFill>
                  <a:srgbClr val="536579"/>
                </a:solidFill>
              </a:defRPr>
            </a:lvl1pPr>
            <a:lvl2pPr>
              <a:defRPr sz="975" b="1">
                <a:solidFill>
                  <a:srgbClr val="536579"/>
                </a:solidFill>
              </a:defRPr>
            </a:lvl2pPr>
            <a:lvl3pPr>
              <a:defRPr sz="975" b="1">
                <a:solidFill>
                  <a:srgbClr val="536579"/>
                </a:solidFill>
              </a:defRPr>
            </a:lvl3pPr>
            <a:lvl4pPr>
              <a:defRPr sz="975" b="1">
                <a:solidFill>
                  <a:srgbClr val="536579"/>
                </a:solidFill>
              </a:defRPr>
            </a:lvl4pPr>
            <a:lvl5pPr>
              <a:defRPr sz="975" b="1">
                <a:solidFill>
                  <a:srgbClr val="536579"/>
                </a:solidFill>
              </a:defRPr>
            </a:lvl5pPr>
            <a:lvl6pPr>
              <a:defRPr sz="975" b="1">
                <a:solidFill>
                  <a:srgbClr val="536579"/>
                </a:solidFill>
              </a:defRPr>
            </a:lvl6pPr>
            <a:lvl7pPr>
              <a:defRPr sz="975" b="1">
                <a:solidFill>
                  <a:srgbClr val="536579"/>
                </a:solidFill>
              </a:defRPr>
            </a:lvl7pPr>
            <a:lvl8pPr>
              <a:defRPr sz="975" b="1">
                <a:solidFill>
                  <a:srgbClr val="536579"/>
                </a:solidFill>
              </a:defRPr>
            </a:lvl8pPr>
            <a:lvl9pPr>
              <a:defRPr sz="975" b="1">
                <a:solidFill>
                  <a:srgbClr val="536579"/>
                </a:solidFill>
              </a:defRPr>
            </a:lvl9pPr>
          </a:lstStyle>
          <a:p xmlns:a="http://schemas.openxmlformats.org/drawingml/2006/main">
            <a:pPr>
              <a:defRPr sz="975" b="1">
                <a:solidFill>
                  <a:srgbClr val="536579"/>
                </a:solidFill>
              </a:defRPr>
            </a:pPr>
            <a:r>
              <a:rPr sz="975" b="1">
                <a:solidFill>
                  <a:srgbClr val="536579"/>
                </a:solidFill>
              </a:rPr>
              <a:t>02</a:t>
            </a:r>
          </a:p>
        </p:txBody>
      </p:sp>
      <p:sp>
        <p:nvSpPr>
          <p:cNvPr id="5" name="">
            <a:extLst xmlns:a="http://schemas.openxmlformats.org/drawingml/2006/main">
              <a:ext uri="{FF2B5EF4-FFF2-40B4-BE49-F238E27FC236}">
                <a16:creationId xmlns:a16="http://schemas.microsoft.com/office/drawing/2014/main" id="{711243E3-80CE-49E9-9270-12BF3A7E3E61}"/>
              </a:ext>
            </a:extLst>
          </p:cNvPr>
          <p:cNvSpPr>
            <a:spLocks xmlns:a="http://schemas.openxmlformats.org/drawingml/2006/main" noGrp="1"/>
          </p:cNvSpPr>
          <p:nvPr/>
        </p:nvSpPr>
        <p:spPr>
          <a:xfrm xmlns:a="http://schemas.openxmlformats.org/drawingml/2006/main">
            <a:off x="68580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a:solidFill>
                  <a:srgbClr val="536579"/>
                </a:solidFill>
              </a:defRPr>
            </a:defPPr>
            <a:lvl1pPr>
              <a:defRPr sz="825">
                <a:solidFill>
                  <a:srgbClr val="536579"/>
                </a:solidFill>
              </a:defRPr>
            </a:lvl1pPr>
            <a:lvl2pPr>
              <a:defRPr sz="825">
                <a:solidFill>
                  <a:srgbClr val="536579"/>
                </a:solidFill>
              </a:defRPr>
            </a:lvl2pPr>
            <a:lvl3pPr>
              <a:defRPr sz="825">
                <a:solidFill>
                  <a:srgbClr val="536579"/>
                </a:solidFill>
              </a:defRPr>
            </a:lvl3pPr>
            <a:lvl4pPr>
              <a:defRPr sz="825">
                <a:solidFill>
                  <a:srgbClr val="536579"/>
                </a:solidFill>
              </a:defRPr>
            </a:lvl4pPr>
            <a:lvl5pPr>
              <a:defRPr sz="825">
                <a:solidFill>
                  <a:srgbClr val="536579"/>
                </a:solidFill>
              </a:defRPr>
            </a:lvl5pPr>
            <a:lvl6pPr>
              <a:defRPr sz="825">
                <a:solidFill>
                  <a:srgbClr val="536579"/>
                </a:solidFill>
              </a:defRPr>
            </a:lvl6pPr>
            <a:lvl7pPr>
              <a:defRPr sz="825">
                <a:solidFill>
                  <a:srgbClr val="536579"/>
                </a:solidFill>
              </a:defRPr>
            </a:lvl7pPr>
            <a:lvl8pPr>
              <a:defRPr sz="825">
                <a:solidFill>
                  <a:srgbClr val="536579"/>
                </a:solidFill>
              </a:defRPr>
            </a:lvl8pPr>
            <a:lvl9pPr>
              <a:defRPr sz="825">
                <a:solidFill>
                  <a:srgbClr val="536579"/>
                </a:solidFill>
              </a:defRPr>
            </a:lvl9pPr>
          </a:lstStyle>
          <a:p xmlns:a="http://schemas.openxmlformats.org/drawingml/2006/main">
            <a:pPr>
              <a:defRPr sz="825">
                <a:solidFill>
                  <a:srgbClr val="536579"/>
                </a:solidFill>
              </a:defRPr>
            </a:pPr>
            <a:r>
              <a:rPr sz="825">
                <a:solidFill>
                  <a:srgbClr val="536579"/>
                </a:solidFill>
              </a:rPr>
              <a:t>UNC COMP 523 Team E  ·  Jennifer Lee</a:t>
            </a:r>
          </a:p>
        </p:txBody>
      </p:sp>
      <p:pic>
        <p:nvPicPr>
          <p:cNvPr id="6" name="">
            <a:extLst xmlns:a="http://schemas.openxmlformats.org/drawingml/2006/main">
              <a:ext uri="{FF2B5EF4-FFF2-40B4-BE49-F238E27FC236}">
                <a16:creationId xmlns:a16="http://schemas.microsoft.com/office/drawing/2014/main" id="{AF3B3A82-9AD2-481D-AA96-902A64189BC1}"/>
              </a:ext>
            </a:extLst>
          </p:cNvPr>
          <p:cNvPicPr>
            <a:picLocks xmlns:a="http://schemas.openxmlformats.org/drawingml/2006/main" noChangeAspect="1"/>
          </p:cNvPicPr>
          <p:nvPr/>
        </p:nvPicPr>
        <p:blipFill>
          <a:blip xmlns:r="http://schemas.openxmlformats.org/officeDocument/2006/relationships" xmlns:a="http://schemas.openxmlformats.org/drawingml/2006/main" r:embed="R61a9a73356be4460"/>
          <a:stretch xmlns:a="http://schemas.openxmlformats.org/drawingml/2006/main"/>
        </p:blipFill>
        <p:spPr>
          <a:xfrm xmlns:a="http://schemas.openxmlformats.org/drawingml/2006/main">
            <a:off x="742950" y="2139950"/>
            <a:ext cx="4095750" cy="2730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D5ADA791-3491-4684-A7BC-3014204C200E}"/>
              </a:ext>
            </a:extLst>
          </p:cNvPr>
          <p:cNvPicPr>
            <a:picLocks xmlns:a="http://schemas.openxmlformats.org/drawingml/2006/main" noChangeAspect="1"/>
          </p:cNvPicPr>
          <p:nvPr/>
        </p:nvPicPr>
        <p:blipFill>
          <a:blip xmlns:r="http://schemas.openxmlformats.org/officeDocument/2006/relationships" xmlns:a="http://schemas.openxmlformats.org/drawingml/2006/main" r:embed="Rc92775a6d215484a">
            <a:extLst>
              <a:ext uri="{96DAC541-7B7A-43D3-8B79-37D633B846F1}">
                <asvg:svgBlip xmlns:asvg="http://schemas.microsoft.com/office/drawing/2016/SVG/main" r:embed="R1c6c8355970a4526"/>
              </a:ext>
            </a:extLst>
          </a:blip>
          <a:stretch xmlns:a="http://schemas.openxmlformats.org/drawingml/2006/main"/>
        </p:blipFill>
        <p:spPr>
          <a:xfrm xmlns:a="http://schemas.openxmlformats.org/drawingml/2006/main">
            <a:off x="7162800" y="1790700"/>
            <a:ext cx="4095750" cy="3429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6C9B64C-E6E4-4D4A-859D-D52D5FC46EFB}"/>
              </a:ext>
            </a:extLst>
          </p:cNvPr>
          <p:cNvSpPr>
            <a:spLocks xmlns:a="http://schemas.openxmlformats.org/drawingml/2006/main" noGrp="1"/>
          </p:cNvSpPr>
          <p:nvPr/>
        </p:nvSpPr>
        <p:spPr>
          <a:xfrm xmlns:a="http://schemas.openxmlformats.org/drawingml/2006/main">
            <a:off x="1714500" y="539115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A74848"/>
                </a:solidFill>
              </a:defRPr>
            </a:defPPr>
            <a:lvl1pPr>
              <a:defRPr sz="1350" b="1">
                <a:solidFill>
                  <a:srgbClr val="A74848"/>
                </a:solidFill>
              </a:defRPr>
            </a:lvl1pPr>
            <a:lvl2pPr>
              <a:defRPr sz="1350" b="1">
                <a:solidFill>
                  <a:srgbClr val="A74848"/>
                </a:solidFill>
              </a:defRPr>
            </a:lvl2pPr>
            <a:lvl3pPr>
              <a:defRPr sz="1350" b="1">
                <a:solidFill>
                  <a:srgbClr val="A74848"/>
                </a:solidFill>
              </a:defRPr>
            </a:lvl3pPr>
            <a:lvl4pPr>
              <a:defRPr sz="1350" b="1">
                <a:solidFill>
                  <a:srgbClr val="A74848"/>
                </a:solidFill>
              </a:defRPr>
            </a:lvl4pPr>
            <a:lvl5pPr>
              <a:defRPr sz="1350" b="1">
                <a:solidFill>
                  <a:srgbClr val="A74848"/>
                </a:solidFill>
              </a:defRPr>
            </a:lvl5pPr>
            <a:lvl6pPr>
              <a:defRPr sz="1350" b="1">
                <a:solidFill>
                  <a:srgbClr val="A74848"/>
                </a:solidFill>
              </a:defRPr>
            </a:lvl6pPr>
            <a:lvl7pPr>
              <a:defRPr sz="1350" b="1">
                <a:solidFill>
                  <a:srgbClr val="A74848"/>
                </a:solidFill>
              </a:defRPr>
            </a:lvl7pPr>
            <a:lvl8pPr>
              <a:defRPr sz="1350" b="1">
                <a:solidFill>
                  <a:srgbClr val="A74848"/>
                </a:solidFill>
              </a:defRPr>
            </a:lvl8pPr>
            <a:lvl9pPr>
              <a:defRPr sz="1350" b="1">
                <a:solidFill>
                  <a:srgbClr val="A74848"/>
                </a:solidFill>
              </a:defRPr>
            </a:lvl9pPr>
          </a:lstStyle>
          <a:p xmlns:a="http://schemas.openxmlformats.org/drawingml/2006/main">
            <a:pPr>
              <a:defRPr sz="1350" b="1">
                <a:solidFill>
                  <a:srgbClr val="A74848"/>
                </a:solidFill>
              </a:defRPr>
            </a:pPr>
            <a:r>
              <a:rPr sz="1350" b="1">
                <a:solidFill>
                  <a:srgbClr val="A74848"/>
                </a:solidFill>
              </a:rPr>
              <a:t>RASTER</a:t>
            </a:r>
          </a:p>
        </p:txBody>
      </p:sp>
      <p:sp>
        <p:nvSpPr>
          <p:cNvPr id="9" name="">
            <a:extLst xmlns:a="http://schemas.openxmlformats.org/drawingml/2006/main">
              <a:ext uri="{FF2B5EF4-FFF2-40B4-BE49-F238E27FC236}">
                <a16:creationId xmlns:a16="http://schemas.microsoft.com/office/drawing/2014/main" id="{3CF1854C-8CB8-4B1B-9CDA-D3D3DC9A2885}"/>
              </a:ext>
            </a:extLst>
          </p:cNvPr>
          <p:cNvSpPr>
            <a:spLocks xmlns:a="http://schemas.openxmlformats.org/drawingml/2006/main" noGrp="1"/>
          </p:cNvSpPr>
          <p:nvPr/>
        </p:nvSpPr>
        <p:spPr>
          <a:xfrm xmlns:a="http://schemas.openxmlformats.org/drawingml/2006/main">
            <a:off x="1333500" y="5743575"/>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a:solidFill>
                  <a:srgbClr val="536579"/>
                </a:solidFill>
              </a:defRPr>
            </a:defPPr>
            <a:lvl1pPr>
              <a:defRPr sz="1200">
                <a:solidFill>
                  <a:srgbClr val="536579"/>
                </a:solidFill>
              </a:defRPr>
            </a:lvl1pPr>
            <a:lvl2pPr>
              <a:defRPr sz="1200">
                <a:solidFill>
                  <a:srgbClr val="536579"/>
                </a:solidFill>
              </a:defRPr>
            </a:lvl2pPr>
            <a:lvl3pPr>
              <a:defRPr sz="1200">
                <a:solidFill>
                  <a:srgbClr val="536579"/>
                </a:solidFill>
              </a:defRPr>
            </a:lvl3pPr>
            <a:lvl4pPr>
              <a:defRPr sz="1200">
                <a:solidFill>
                  <a:srgbClr val="536579"/>
                </a:solidFill>
              </a:defRPr>
            </a:lvl4pPr>
            <a:lvl5pPr>
              <a:defRPr sz="1200">
                <a:solidFill>
                  <a:srgbClr val="536579"/>
                </a:solidFill>
              </a:defRPr>
            </a:lvl5pPr>
            <a:lvl6pPr>
              <a:defRPr sz="1200">
                <a:solidFill>
                  <a:srgbClr val="536579"/>
                </a:solidFill>
              </a:defRPr>
            </a:lvl6pPr>
            <a:lvl7pPr>
              <a:defRPr sz="1200">
                <a:solidFill>
                  <a:srgbClr val="536579"/>
                </a:solidFill>
              </a:defRPr>
            </a:lvl7pPr>
            <a:lvl8pPr>
              <a:defRPr sz="1200">
                <a:solidFill>
                  <a:srgbClr val="536579"/>
                </a:solidFill>
              </a:defRPr>
            </a:lvl8pPr>
            <a:lvl9pPr>
              <a:defRPr sz="1200">
                <a:solidFill>
                  <a:srgbClr val="536579"/>
                </a:solidFill>
              </a:defRPr>
            </a:lvl9pPr>
          </a:lstStyle>
          <a:p xmlns:a="http://schemas.openxmlformats.org/drawingml/2006/main">
            <a:pPr>
              <a:defRPr sz="1200">
                <a:solidFill>
                  <a:srgbClr val="536579"/>
                </a:solidFill>
              </a:defRPr>
            </a:pPr>
            <a:r>
              <a:rPr sz="1200">
                <a:solidFill>
                  <a:srgbClr val="536579"/>
                </a:solidFill>
              </a:rPr>
              <a:t>grid of colored samples</a:t>
            </a:r>
          </a:p>
        </p:txBody>
      </p:sp>
      <p:sp>
        <p:nvSpPr>
          <p:cNvPr id="10" name="">
            <a:extLst xmlns:a="http://schemas.openxmlformats.org/drawingml/2006/main">
              <a:ext uri="{FF2B5EF4-FFF2-40B4-BE49-F238E27FC236}">
                <a16:creationId xmlns:a16="http://schemas.microsoft.com/office/drawing/2014/main" id="{15F8C650-9A8F-437A-9675-361F986873C7}"/>
              </a:ext>
            </a:extLst>
          </p:cNvPr>
          <p:cNvSpPr>
            <a:spLocks xmlns:a="http://schemas.openxmlformats.org/drawingml/2006/main" noGrp="1"/>
          </p:cNvSpPr>
          <p:nvPr/>
        </p:nvSpPr>
        <p:spPr>
          <a:xfrm xmlns:a="http://schemas.openxmlformats.org/drawingml/2006/main">
            <a:off x="8191500" y="539115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4F7C67"/>
                </a:solidFill>
              </a:defRPr>
            </a:defPPr>
            <a:lvl1pPr>
              <a:defRPr sz="1350" b="1">
                <a:solidFill>
                  <a:srgbClr val="4F7C67"/>
                </a:solidFill>
              </a:defRPr>
            </a:lvl1pPr>
            <a:lvl2pPr>
              <a:defRPr sz="1350" b="1">
                <a:solidFill>
                  <a:srgbClr val="4F7C67"/>
                </a:solidFill>
              </a:defRPr>
            </a:lvl2pPr>
            <a:lvl3pPr>
              <a:defRPr sz="1350" b="1">
                <a:solidFill>
                  <a:srgbClr val="4F7C67"/>
                </a:solidFill>
              </a:defRPr>
            </a:lvl3pPr>
            <a:lvl4pPr>
              <a:defRPr sz="1350" b="1">
                <a:solidFill>
                  <a:srgbClr val="4F7C67"/>
                </a:solidFill>
              </a:defRPr>
            </a:lvl4pPr>
            <a:lvl5pPr>
              <a:defRPr sz="1350" b="1">
                <a:solidFill>
                  <a:srgbClr val="4F7C67"/>
                </a:solidFill>
              </a:defRPr>
            </a:lvl5pPr>
            <a:lvl6pPr>
              <a:defRPr sz="1350" b="1">
                <a:solidFill>
                  <a:srgbClr val="4F7C67"/>
                </a:solidFill>
              </a:defRPr>
            </a:lvl6pPr>
            <a:lvl7pPr>
              <a:defRPr sz="1350" b="1">
                <a:solidFill>
                  <a:srgbClr val="4F7C67"/>
                </a:solidFill>
              </a:defRPr>
            </a:lvl7pPr>
            <a:lvl8pPr>
              <a:defRPr sz="1350" b="1">
                <a:solidFill>
                  <a:srgbClr val="4F7C67"/>
                </a:solidFill>
              </a:defRPr>
            </a:lvl8pPr>
            <a:lvl9pPr>
              <a:defRPr sz="1350" b="1">
                <a:solidFill>
                  <a:srgbClr val="4F7C67"/>
                </a:solidFill>
              </a:defRPr>
            </a:lvl9pPr>
          </a:lstStyle>
          <a:p xmlns:a="http://schemas.openxmlformats.org/drawingml/2006/main">
            <a:pPr>
              <a:defRPr sz="1350" b="1">
                <a:solidFill>
                  <a:srgbClr val="4F7C67"/>
                </a:solidFill>
              </a:defRPr>
            </a:pPr>
            <a:r>
              <a:rPr sz="1350" b="1">
                <a:solidFill>
                  <a:srgbClr val="4F7C67"/>
                </a:solidFill>
              </a:rPr>
              <a:t>VECTOR</a:t>
            </a:r>
          </a:p>
        </p:txBody>
      </p:sp>
      <p:sp>
        <p:nvSpPr>
          <p:cNvPr id="11" name="">
            <a:extLst xmlns:a="http://schemas.openxmlformats.org/drawingml/2006/main">
              <a:ext uri="{FF2B5EF4-FFF2-40B4-BE49-F238E27FC236}">
                <a16:creationId xmlns:a16="http://schemas.microsoft.com/office/drawing/2014/main" id="{F689048E-6D3E-4AAC-B9FC-D953BF490642}"/>
              </a:ext>
            </a:extLst>
          </p:cNvPr>
          <p:cNvSpPr>
            <a:spLocks xmlns:a="http://schemas.openxmlformats.org/drawingml/2006/main" noGrp="1"/>
          </p:cNvSpPr>
          <p:nvPr/>
        </p:nvSpPr>
        <p:spPr>
          <a:xfrm xmlns:a="http://schemas.openxmlformats.org/drawingml/2006/main">
            <a:off x="7810500" y="5743575"/>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a:solidFill>
                  <a:srgbClr val="536579"/>
                </a:solidFill>
              </a:defRPr>
            </a:defPPr>
            <a:lvl1pPr>
              <a:defRPr sz="1200">
                <a:solidFill>
                  <a:srgbClr val="536579"/>
                </a:solidFill>
              </a:defRPr>
            </a:lvl1pPr>
            <a:lvl2pPr>
              <a:defRPr sz="1200">
                <a:solidFill>
                  <a:srgbClr val="536579"/>
                </a:solidFill>
              </a:defRPr>
            </a:lvl2pPr>
            <a:lvl3pPr>
              <a:defRPr sz="1200">
                <a:solidFill>
                  <a:srgbClr val="536579"/>
                </a:solidFill>
              </a:defRPr>
            </a:lvl3pPr>
            <a:lvl4pPr>
              <a:defRPr sz="1200">
                <a:solidFill>
                  <a:srgbClr val="536579"/>
                </a:solidFill>
              </a:defRPr>
            </a:lvl4pPr>
            <a:lvl5pPr>
              <a:defRPr sz="1200">
                <a:solidFill>
                  <a:srgbClr val="536579"/>
                </a:solidFill>
              </a:defRPr>
            </a:lvl5pPr>
            <a:lvl6pPr>
              <a:defRPr sz="1200">
                <a:solidFill>
                  <a:srgbClr val="536579"/>
                </a:solidFill>
              </a:defRPr>
            </a:lvl6pPr>
            <a:lvl7pPr>
              <a:defRPr sz="1200">
                <a:solidFill>
                  <a:srgbClr val="536579"/>
                </a:solidFill>
              </a:defRPr>
            </a:lvl7pPr>
            <a:lvl8pPr>
              <a:defRPr sz="1200">
                <a:solidFill>
                  <a:srgbClr val="536579"/>
                </a:solidFill>
              </a:defRPr>
            </a:lvl8pPr>
            <a:lvl9pPr>
              <a:defRPr sz="1200">
                <a:solidFill>
                  <a:srgbClr val="536579"/>
                </a:solidFill>
              </a:defRPr>
            </a:lvl9pPr>
          </a:lstStyle>
          <a:p xmlns:a="http://schemas.openxmlformats.org/drawingml/2006/main">
            <a:pPr>
              <a:defRPr sz="1200">
                <a:solidFill>
                  <a:srgbClr val="536579"/>
                </a:solidFill>
              </a:defRPr>
            </a:pPr>
            <a:r>
              <a:rPr sz="1200">
                <a:solidFill>
                  <a:srgbClr val="536579"/>
                </a:solidFill>
              </a:rPr>
              <a:t>geometry that scales</a:t>
            </a:r>
          </a:p>
        </p:txBody>
      </p:sp>
      <p:sp>
        <p:nvSpPr>
          <p:cNvPr id="12" name="">
            <a:extLst xmlns:a="http://schemas.openxmlformats.org/drawingml/2006/main">
              <a:ext uri="{FF2B5EF4-FFF2-40B4-BE49-F238E27FC236}">
                <a16:creationId xmlns:a16="http://schemas.microsoft.com/office/drawing/2014/main" id="{6A68A1BC-7392-483B-B84F-49B3023D2DC9}"/>
              </a:ext>
            </a:extLst>
          </p:cNvPr>
          <p:cNvSpPr>
            <a:spLocks xmlns:a="http://schemas.openxmlformats.org/drawingml/2006/main" noGrp="1"/>
          </p:cNvSpPr>
          <p:nvPr/>
        </p:nvSpPr>
        <p:spPr>
          <a:xfrm xmlns:a="http://schemas.openxmlformats.org/drawingml/2006/main">
            <a:off x="5695950" y="31432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900" b="1">
                <a:solidFill>
                  <a:srgbClr val="4B9CD3"/>
                </a:solidFill>
              </a:defRPr>
            </a:defPPr>
            <a:lvl1pPr>
              <a:defRPr sz="3900" b="1">
                <a:solidFill>
                  <a:srgbClr val="4B9CD3"/>
                </a:solidFill>
              </a:defRPr>
            </a:lvl1pPr>
            <a:lvl2pPr>
              <a:defRPr sz="3900" b="1">
                <a:solidFill>
                  <a:srgbClr val="4B9CD3"/>
                </a:solidFill>
              </a:defRPr>
            </a:lvl2pPr>
            <a:lvl3pPr>
              <a:defRPr sz="3900" b="1">
                <a:solidFill>
                  <a:srgbClr val="4B9CD3"/>
                </a:solidFill>
              </a:defRPr>
            </a:lvl3pPr>
            <a:lvl4pPr>
              <a:defRPr sz="3900" b="1">
                <a:solidFill>
                  <a:srgbClr val="4B9CD3"/>
                </a:solidFill>
              </a:defRPr>
            </a:lvl4pPr>
            <a:lvl5pPr>
              <a:defRPr sz="3900" b="1">
                <a:solidFill>
                  <a:srgbClr val="4B9CD3"/>
                </a:solidFill>
              </a:defRPr>
            </a:lvl5pPr>
            <a:lvl6pPr>
              <a:defRPr sz="3900" b="1">
                <a:solidFill>
                  <a:srgbClr val="4B9CD3"/>
                </a:solidFill>
              </a:defRPr>
            </a:lvl6pPr>
            <a:lvl7pPr>
              <a:defRPr sz="3900" b="1">
                <a:solidFill>
                  <a:srgbClr val="4B9CD3"/>
                </a:solidFill>
              </a:defRPr>
            </a:lvl7pPr>
            <a:lvl8pPr>
              <a:defRPr sz="3900" b="1">
                <a:solidFill>
                  <a:srgbClr val="4B9CD3"/>
                </a:solidFill>
              </a:defRPr>
            </a:lvl8pPr>
            <a:lvl9pPr>
              <a:defRPr sz="3900" b="1">
                <a:solidFill>
                  <a:srgbClr val="4B9CD3"/>
                </a:solidFill>
              </a:defRPr>
            </a:lvl9pPr>
          </a:lstStyle>
          <a:p xmlns:a="http://schemas.openxmlformats.org/drawingml/2006/main">
            <a:pPr>
              <a:defRPr sz="3900" b="1">
                <a:solidFill>
                  <a:srgbClr val="4B9CD3"/>
                </a:solidFill>
              </a:defRPr>
            </a:pPr>
            <a:r>
              <a:rPr sz="3900" b="1">
                <a:solidFill>
                  <a:srgbClr val="4B9CD3"/>
                </a:solidFill>
              </a:rPr>
              <a:t>→</a:t>
            </a:r>
          </a:p>
        </p:txBody>
      </p:sp>
    </p:spTree>
    <p:extLst>
      <p:ext uri="{BB962C8B-B14F-4D97-AF65-F5344CB8AC3E}">
        <p14:creationId xmlns:p14="http://schemas.microsoft.com/office/powerpoint/2010/main" val="500522729"/>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E865A68-F73E-4B58-875B-5405AC8F471A}"/>
              </a:ext>
            </a:extLst>
          </p:cNvPr>
          <p:cNvSpPr>
            <a:spLocks xmlns:a="http://schemas.openxmlformats.org/drawingml/2006/main" noGrp="1"/>
          </p:cNvSpPr>
          <p:nvPr/>
        </p:nvSpPr>
        <p:spPr>
          <a:xfrm xmlns:a="http://schemas.openxmlformats.org/drawingml/2006/main">
            <a:off x="68580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9CD3"/>
                </a:solidFill>
              </a:defRPr>
            </a:defPPr>
            <a:lvl1pPr>
              <a:defRPr sz="975" b="1">
                <a:solidFill>
                  <a:srgbClr val="4B9CD3"/>
                </a:solidFill>
              </a:defRPr>
            </a:lvl1pPr>
            <a:lvl2pPr>
              <a:defRPr sz="975" b="1">
                <a:solidFill>
                  <a:srgbClr val="4B9CD3"/>
                </a:solidFill>
              </a:defRPr>
            </a:lvl2pPr>
            <a:lvl3pPr>
              <a:defRPr sz="975" b="1">
                <a:solidFill>
                  <a:srgbClr val="4B9CD3"/>
                </a:solidFill>
              </a:defRPr>
            </a:lvl3pPr>
            <a:lvl4pPr>
              <a:defRPr sz="975" b="1">
                <a:solidFill>
                  <a:srgbClr val="4B9CD3"/>
                </a:solidFill>
              </a:defRPr>
            </a:lvl4pPr>
            <a:lvl5pPr>
              <a:defRPr sz="975" b="1">
                <a:solidFill>
                  <a:srgbClr val="4B9CD3"/>
                </a:solidFill>
              </a:defRPr>
            </a:lvl5pPr>
            <a:lvl6pPr>
              <a:defRPr sz="975" b="1">
                <a:solidFill>
                  <a:srgbClr val="4B9CD3"/>
                </a:solidFill>
              </a:defRPr>
            </a:lvl6pPr>
            <a:lvl7pPr>
              <a:defRPr sz="975" b="1">
                <a:solidFill>
                  <a:srgbClr val="4B9CD3"/>
                </a:solidFill>
              </a:defRPr>
            </a:lvl7pPr>
            <a:lvl8pPr>
              <a:defRPr sz="975" b="1">
                <a:solidFill>
                  <a:srgbClr val="4B9CD3"/>
                </a:solidFill>
              </a:defRPr>
            </a:lvl8pPr>
            <a:lvl9pPr>
              <a:defRPr sz="975" b="1">
                <a:solidFill>
                  <a:srgbClr val="4B9CD3"/>
                </a:solidFill>
              </a:defRPr>
            </a:lvl9pPr>
          </a:lstStyle>
          <a:p xmlns:a="http://schemas.openxmlformats.org/drawingml/2006/main">
            <a:pPr>
              <a:defRPr sz="975" b="1">
                <a:solidFill>
                  <a:srgbClr val="4B9CD3"/>
                </a:solidFill>
              </a:defRPr>
            </a:pPr>
            <a:r>
              <a:rPr sz="975" b="1">
                <a:solidFill>
                  <a:srgbClr val="4B9CD3"/>
                </a:solidFill>
              </a:rPr>
              <a:t>IMAGE VECTORIZATION</a:t>
            </a:r>
          </a:p>
        </p:txBody>
      </p:sp>
      <p:sp>
        <p:nvSpPr>
          <p:cNvPr id="2" name="">
            <a:extLst xmlns:a="http://schemas.openxmlformats.org/drawingml/2006/main">
              <a:ext uri="{FF2B5EF4-FFF2-40B4-BE49-F238E27FC236}">
                <a16:creationId xmlns:a16="http://schemas.microsoft.com/office/drawing/2014/main" id="{2A5F7B81-0C35-45BA-9096-7150FDD970A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3294B"/>
                </a:solidFill>
              </a:defRPr>
            </a:defPPr>
            <a:lvl1pPr>
              <a:defRPr sz="2700" b="1">
                <a:solidFill>
                  <a:srgbClr val="13294B"/>
                </a:solidFill>
              </a:defRPr>
            </a:lvl1pPr>
            <a:lvl2pPr>
              <a:defRPr sz="2700" b="1">
                <a:solidFill>
                  <a:srgbClr val="13294B"/>
                </a:solidFill>
              </a:defRPr>
            </a:lvl2pPr>
            <a:lvl3pPr>
              <a:defRPr sz="2700" b="1">
                <a:solidFill>
                  <a:srgbClr val="13294B"/>
                </a:solidFill>
              </a:defRPr>
            </a:lvl3pPr>
            <a:lvl4pPr>
              <a:defRPr sz="2700" b="1">
                <a:solidFill>
                  <a:srgbClr val="13294B"/>
                </a:solidFill>
              </a:defRPr>
            </a:lvl4pPr>
            <a:lvl5pPr>
              <a:defRPr sz="2700" b="1">
                <a:solidFill>
                  <a:srgbClr val="13294B"/>
                </a:solidFill>
              </a:defRPr>
            </a:lvl5pPr>
            <a:lvl6pPr>
              <a:defRPr sz="2700" b="1">
                <a:solidFill>
                  <a:srgbClr val="13294B"/>
                </a:solidFill>
              </a:defRPr>
            </a:lvl6pPr>
            <a:lvl7pPr>
              <a:defRPr sz="2700" b="1">
                <a:solidFill>
                  <a:srgbClr val="13294B"/>
                </a:solidFill>
              </a:defRPr>
            </a:lvl7pPr>
            <a:lvl8pPr>
              <a:defRPr sz="2700" b="1">
                <a:solidFill>
                  <a:srgbClr val="13294B"/>
                </a:solidFill>
              </a:defRPr>
            </a:lvl8pPr>
            <a:lvl9pPr>
              <a:defRPr sz="2700" b="1">
                <a:solidFill>
                  <a:srgbClr val="13294B"/>
                </a:solidFill>
              </a:defRPr>
            </a:lvl9pPr>
          </a:lstStyle>
          <a:p xmlns:a="http://schemas.openxmlformats.org/drawingml/2006/main">
            <a:pPr>
              <a:defRPr sz="2700" b="1">
                <a:solidFill>
                  <a:srgbClr val="13294B"/>
                </a:solidFill>
              </a:defRPr>
            </a:pPr>
            <a:r>
              <a:rPr sz="2700" b="1">
                <a:solidFill>
                  <a:srgbClr val="13294B"/>
                </a:solidFill>
              </a:rPr>
              <a:t>Why logo tracing becomes difficult</a:t>
            </a:r>
          </a:p>
        </p:txBody>
      </p:sp>
      <p:sp>
        <p:nvSpPr>
          <p:cNvPr id="3" name="">
            <a:extLst xmlns:a="http://schemas.openxmlformats.org/drawingml/2006/main">
              <a:ext uri="{FF2B5EF4-FFF2-40B4-BE49-F238E27FC236}">
                <a16:creationId xmlns:a16="http://schemas.microsoft.com/office/drawing/2014/main" id="{F3F81368-06A1-46F6-B225-5B0D900D6D93}"/>
              </a:ext>
            </a:extLst>
          </p:cNvPr>
          <p:cNvSpPr>
            <a:spLocks xmlns:a="http://schemas.openxmlformats.org/drawingml/2006/main" noGrp="1"/>
          </p:cNvSpPr>
          <p:nvPr/>
        </p:nvSpPr>
        <p:spPr>
          <a:xfrm xmlns:a="http://schemas.openxmlformats.org/drawingml/2006/main">
            <a:off x="685800" y="1381125"/>
            <a:ext cx="876300" cy="47625"/>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50C176-987D-4129-AFF0-0067A8B18DDD}"/>
              </a:ext>
            </a:extLst>
          </p:cNvPr>
          <p:cNvSpPr>
            <a:spLocks xmlns:a="http://schemas.openxmlformats.org/drawingml/2006/main" noGrp="1"/>
          </p:cNvSpPr>
          <p:nvPr/>
        </p:nvSpPr>
        <p:spPr>
          <a:xfrm xmlns:a="http://schemas.openxmlformats.org/drawingml/2006/main">
            <a:off x="11144250" y="400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579"/>
                </a:solidFill>
              </a:defRPr>
            </a:defPPr>
            <a:lvl1pPr>
              <a:defRPr sz="975" b="1">
                <a:solidFill>
                  <a:srgbClr val="536579"/>
                </a:solidFill>
              </a:defRPr>
            </a:lvl1pPr>
            <a:lvl2pPr>
              <a:defRPr sz="975" b="1">
                <a:solidFill>
                  <a:srgbClr val="536579"/>
                </a:solidFill>
              </a:defRPr>
            </a:lvl2pPr>
            <a:lvl3pPr>
              <a:defRPr sz="975" b="1">
                <a:solidFill>
                  <a:srgbClr val="536579"/>
                </a:solidFill>
              </a:defRPr>
            </a:lvl3pPr>
            <a:lvl4pPr>
              <a:defRPr sz="975" b="1">
                <a:solidFill>
                  <a:srgbClr val="536579"/>
                </a:solidFill>
              </a:defRPr>
            </a:lvl4pPr>
            <a:lvl5pPr>
              <a:defRPr sz="975" b="1">
                <a:solidFill>
                  <a:srgbClr val="536579"/>
                </a:solidFill>
              </a:defRPr>
            </a:lvl5pPr>
            <a:lvl6pPr>
              <a:defRPr sz="975" b="1">
                <a:solidFill>
                  <a:srgbClr val="536579"/>
                </a:solidFill>
              </a:defRPr>
            </a:lvl6pPr>
            <a:lvl7pPr>
              <a:defRPr sz="975" b="1">
                <a:solidFill>
                  <a:srgbClr val="536579"/>
                </a:solidFill>
              </a:defRPr>
            </a:lvl7pPr>
            <a:lvl8pPr>
              <a:defRPr sz="975" b="1">
                <a:solidFill>
                  <a:srgbClr val="536579"/>
                </a:solidFill>
              </a:defRPr>
            </a:lvl8pPr>
            <a:lvl9pPr>
              <a:defRPr sz="975" b="1">
                <a:solidFill>
                  <a:srgbClr val="536579"/>
                </a:solidFill>
              </a:defRPr>
            </a:lvl9pPr>
          </a:lstStyle>
          <a:p xmlns:a="http://schemas.openxmlformats.org/drawingml/2006/main">
            <a:pPr>
              <a:defRPr sz="975" b="1">
                <a:solidFill>
                  <a:srgbClr val="536579"/>
                </a:solidFill>
              </a:defRPr>
            </a:pPr>
            <a:r>
              <a:rPr sz="975" b="1">
                <a:solidFill>
                  <a:srgbClr val="536579"/>
                </a:solidFill>
              </a:rPr>
              <a:t>03</a:t>
            </a:r>
          </a:p>
        </p:txBody>
      </p:sp>
      <p:sp>
        <p:nvSpPr>
          <p:cNvPr id="5" name="">
            <a:extLst xmlns:a="http://schemas.openxmlformats.org/drawingml/2006/main">
              <a:ext uri="{FF2B5EF4-FFF2-40B4-BE49-F238E27FC236}">
                <a16:creationId xmlns:a16="http://schemas.microsoft.com/office/drawing/2014/main" id="{637CCAA6-4499-4D83-BDF2-F121A5DAA38B}"/>
              </a:ext>
            </a:extLst>
          </p:cNvPr>
          <p:cNvSpPr>
            <a:spLocks xmlns:a="http://schemas.openxmlformats.org/drawingml/2006/main" noGrp="1"/>
          </p:cNvSpPr>
          <p:nvPr/>
        </p:nvSpPr>
        <p:spPr>
          <a:xfrm xmlns:a="http://schemas.openxmlformats.org/drawingml/2006/main">
            <a:off x="68580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a:solidFill>
                  <a:srgbClr val="536579"/>
                </a:solidFill>
              </a:defRPr>
            </a:defPPr>
            <a:lvl1pPr>
              <a:defRPr sz="825">
                <a:solidFill>
                  <a:srgbClr val="536579"/>
                </a:solidFill>
              </a:defRPr>
            </a:lvl1pPr>
            <a:lvl2pPr>
              <a:defRPr sz="825">
                <a:solidFill>
                  <a:srgbClr val="536579"/>
                </a:solidFill>
              </a:defRPr>
            </a:lvl2pPr>
            <a:lvl3pPr>
              <a:defRPr sz="825">
                <a:solidFill>
                  <a:srgbClr val="536579"/>
                </a:solidFill>
              </a:defRPr>
            </a:lvl3pPr>
            <a:lvl4pPr>
              <a:defRPr sz="825">
                <a:solidFill>
                  <a:srgbClr val="536579"/>
                </a:solidFill>
              </a:defRPr>
            </a:lvl4pPr>
            <a:lvl5pPr>
              <a:defRPr sz="825">
                <a:solidFill>
                  <a:srgbClr val="536579"/>
                </a:solidFill>
              </a:defRPr>
            </a:lvl5pPr>
            <a:lvl6pPr>
              <a:defRPr sz="825">
                <a:solidFill>
                  <a:srgbClr val="536579"/>
                </a:solidFill>
              </a:defRPr>
            </a:lvl6pPr>
            <a:lvl7pPr>
              <a:defRPr sz="825">
                <a:solidFill>
                  <a:srgbClr val="536579"/>
                </a:solidFill>
              </a:defRPr>
            </a:lvl7pPr>
            <a:lvl8pPr>
              <a:defRPr sz="825">
                <a:solidFill>
                  <a:srgbClr val="536579"/>
                </a:solidFill>
              </a:defRPr>
            </a:lvl8pPr>
            <a:lvl9pPr>
              <a:defRPr sz="825">
                <a:solidFill>
                  <a:srgbClr val="536579"/>
                </a:solidFill>
              </a:defRPr>
            </a:lvl9pPr>
          </a:lstStyle>
          <a:p xmlns:a="http://schemas.openxmlformats.org/drawingml/2006/main">
            <a:pPr>
              <a:defRPr sz="825">
                <a:solidFill>
                  <a:srgbClr val="536579"/>
                </a:solidFill>
              </a:defRPr>
            </a:pPr>
            <a:r>
              <a:rPr sz="825">
                <a:solidFill>
                  <a:srgbClr val="536579"/>
                </a:solidFill>
              </a:rPr>
              <a:t>UNC COMP 523 Team E  ·  Jennifer Lee</a:t>
            </a:r>
          </a:p>
        </p:txBody>
      </p:sp>
      <p:pic>
        <p:nvPicPr>
          <p:cNvPr id="6" name="">
            <a:extLst xmlns:a="http://schemas.openxmlformats.org/drawingml/2006/main">
              <a:ext uri="{FF2B5EF4-FFF2-40B4-BE49-F238E27FC236}">
                <a16:creationId xmlns:a16="http://schemas.microsoft.com/office/drawing/2014/main" id="{0EE319BA-DED1-49B8-8841-87434FDDF710}"/>
              </a:ext>
            </a:extLst>
          </p:cNvPr>
          <p:cNvPicPr>
            <a:picLocks xmlns:a="http://schemas.openxmlformats.org/drawingml/2006/main" noChangeAspect="1"/>
          </p:cNvPicPr>
          <p:nvPr/>
        </p:nvPicPr>
        <p:blipFill>
          <a:blip xmlns:r="http://schemas.openxmlformats.org/officeDocument/2006/relationships" xmlns:a="http://schemas.openxmlformats.org/drawingml/2006/main" r:embed="R280b75c50f32405c"/>
          <a:stretch xmlns:a="http://schemas.openxmlformats.org/drawingml/2006/main"/>
        </p:blipFill>
        <p:spPr>
          <a:xfrm xmlns:a="http://schemas.openxmlformats.org/drawingml/2006/main">
            <a:off x="6572250" y="2187575"/>
            <a:ext cx="4381500" cy="292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E65FE5A-542D-4C90-9AD4-17932BFB5532}"/>
              </a:ext>
            </a:extLst>
          </p:cNvPr>
          <p:cNvSpPr>
            <a:spLocks xmlns:a="http://schemas.openxmlformats.org/drawingml/2006/main" noGrp="1"/>
          </p:cNvSpPr>
          <p:nvPr/>
        </p:nvSpPr>
        <p:spPr>
          <a:xfrm xmlns:a="http://schemas.openxmlformats.org/drawingml/2006/main">
            <a:off x="800100" y="1876425"/>
            <a:ext cx="95250" cy="95250"/>
          </a:xfrm>
          <a:prstGeom xmlns:a="http://schemas.openxmlformats.org/drawingml/2006/main" prst="roundRect">
            <a:avLst>
              <a:gd name="adj" fmla="val 50000"/>
            </a:avLst>
          </a:prstGeom>
          <a:solidFill xmlns:a="http://schemas.openxmlformats.org/drawingml/2006/main">
            <a:srgbClr val="4B9CD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F45CA9C-0F2B-479E-BB08-8BEB961FF278}"/>
              </a:ext>
            </a:extLst>
          </p:cNvPr>
          <p:cNvSpPr>
            <a:spLocks xmlns:a="http://schemas.openxmlformats.org/drawingml/2006/main" noGrp="1"/>
          </p:cNvSpPr>
          <p:nvPr/>
        </p:nvSpPr>
        <p:spPr>
          <a:xfrm xmlns:a="http://schemas.openxmlformats.org/drawingml/2006/main">
            <a:off x="1047750" y="18097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3294B"/>
                </a:solidFill>
              </a:defRPr>
            </a:defPPr>
            <a:lvl1pPr>
              <a:defRPr sz="1650" b="1">
                <a:solidFill>
                  <a:srgbClr val="13294B"/>
                </a:solidFill>
              </a:defRPr>
            </a:lvl1pPr>
            <a:lvl2pPr>
              <a:defRPr sz="1650" b="1">
                <a:solidFill>
                  <a:srgbClr val="13294B"/>
                </a:solidFill>
              </a:defRPr>
            </a:lvl2pPr>
            <a:lvl3pPr>
              <a:defRPr sz="1650" b="1">
                <a:solidFill>
                  <a:srgbClr val="13294B"/>
                </a:solidFill>
              </a:defRPr>
            </a:lvl3pPr>
            <a:lvl4pPr>
              <a:defRPr sz="1650" b="1">
                <a:solidFill>
                  <a:srgbClr val="13294B"/>
                </a:solidFill>
              </a:defRPr>
            </a:lvl4pPr>
            <a:lvl5pPr>
              <a:defRPr sz="1650" b="1">
                <a:solidFill>
                  <a:srgbClr val="13294B"/>
                </a:solidFill>
              </a:defRPr>
            </a:lvl5pPr>
            <a:lvl6pPr>
              <a:defRPr sz="1650" b="1">
                <a:solidFill>
                  <a:srgbClr val="13294B"/>
                </a:solidFill>
              </a:defRPr>
            </a:lvl6pPr>
            <a:lvl7pPr>
              <a:defRPr sz="1650" b="1">
                <a:solidFill>
                  <a:srgbClr val="13294B"/>
                </a:solidFill>
              </a:defRPr>
            </a:lvl7pPr>
            <a:lvl8pPr>
              <a:defRPr sz="1650" b="1">
                <a:solidFill>
                  <a:srgbClr val="13294B"/>
                </a:solidFill>
              </a:defRPr>
            </a:lvl8pPr>
            <a:lvl9pPr>
              <a:defRPr sz="1650" b="1">
                <a:solidFill>
                  <a:srgbClr val="13294B"/>
                </a:solidFill>
              </a:defRPr>
            </a:lvl9pPr>
          </a:lstStyle>
          <a:p xmlns:a="http://schemas.openxmlformats.org/drawingml/2006/main">
            <a:pPr>
              <a:defRPr sz="1650" b="1">
                <a:solidFill>
                  <a:srgbClr val="13294B"/>
                </a:solidFill>
              </a:defRPr>
            </a:pPr>
            <a:r>
              <a:rPr sz="1650" b="1">
                <a:solidFill>
                  <a:srgbClr val="13294B"/>
                </a:solidFill>
              </a:rPr>
              <a:t>Color boundaries</a:t>
            </a:r>
          </a:p>
        </p:txBody>
      </p:sp>
      <p:sp>
        <p:nvSpPr>
          <p:cNvPr id="9" name="">
            <a:extLst xmlns:a="http://schemas.openxmlformats.org/drawingml/2006/main">
              <a:ext uri="{FF2B5EF4-FFF2-40B4-BE49-F238E27FC236}">
                <a16:creationId xmlns:a16="http://schemas.microsoft.com/office/drawing/2014/main" id="{CB041725-7A06-4574-8EEA-9FC6EEE3F84B}"/>
              </a:ext>
            </a:extLst>
          </p:cNvPr>
          <p:cNvSpPr>
            <a:spLocks xmlns:a="http://schemas.openxmlformats.org/drawingml/2006/main" noGrp="1"/>
          </p:cNvSpPr>
          <p:nvPr/>
        </p:nvSpPr>
        <p:spPr>
          <a:xfrm xmlns:a="http://schemas.openxmlformats.org/drawingml/2006/main">
            <a:off x="1047750" y="2105025"/>
            <a:ext cx="4238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A visible edge may separate two materials, not just foreground from background.</a:t>
            </a:r>
          </a:p>
        </p:txBody>
      </p:sp>
      <p:sp>
        <p:nvSpPr>
          <p:cNvPr id="10" name="">
            <a:extLst xmlns:a="http://schemas.openxmlformats.org/drawingml/2006/main">
              <a:ext uri="{FF2B5EF4-FFF2-40B4-BE49-F238E27FC236}">
                <a16:creationId xmlns:a16="http://schemas.microsoft.com/office/drawing/2014/main" id="{4E748F2B-FB68-4782-8FA1-033AB9143D60}"/>
              </a:ext>
            </a:extLst>
          </p:cNvPr>
          <p:cNvSpPr>
            <a:spLocks xmlns:a="http://schemas.openxmlformats.org/drawingml/2006/main" noGrp="1"/>
          </p:cNvSpPr>
          <p:nvPr/>
        </p:nvSpPr>
        <p:spPr>
          <a:xfrm xmlns:a="http://schemas.openxmlformats.org/drawingml/2006/main">
            <a:off x="800100" y="2962275"/>
            <a:ext cx="95250" cy="95250"/>
          </a:xfrm>
          <a:prstGeom xmlns:a="http://schemas.openxmlformats.org/drawingml/2006/main" prst="roundRect">
            <a:avLst>
              <a:gd name="adj" fmla="val 50000"/>
            </a:avLst>
          </a:prstGeom>
          <a:solidFill xmlns:a="http://schemas.openxmlformats.org/drawingml/2006/main">
            <a:srgbClr val="4F7C6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2B2E30E-41DB-465E-8FE0-D0E5B0F1BED2}"/>
              </a:ext>
            </a:extLst>
          </p:cNvPr>
          <p:cNvSpPr>
            <a:spLocks xmlns:a="http://schemas.openxmlformats.org/drawingml/2006/main" noGrp="1"/>
          </p:cNvSpPr>
          <p:nvPr/>
        </p:nvSpPr>
        <p:spPr>
          <a:xfrm xmlns:a="http://schemas.openxmlformats.org/drawingml/2006/main">
            <a:off x="1047750" y="28956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3294B"/>
                </a:solidFill>
              </a:defRPr>
            </a:defPPr>
            <a:lvl1pPr>
              <a:defRPr sz="1650" b="1">
                <a:solidFill>
                  <a:srgbClr val="13294B"/>
                </a:solidFill>
              </a:defRPr>
            </a:lvl1pPr>
            <a:lvl2pPr>
              <a:defRPr sz="1650" b="1">
                <a:solidFill>
                  <a:srgbClr val="13294B"/>
                </a:solidFill>
              </a:defRPr>
            </a:lvl2pPr>
            <a:lvl3pPr>
              <a:defRPr sz="1650" b="1">
                <a:solidFill>
                  <a:srgbClr val="13294B"/>
                </a:solidFill>
              </a:defRPr>
            </a:lvl3pPr>
            <a:lvl4pPr>
              <a:defRPr sz="1650" b="1">
                <a:solidFill>
                  <a:srgbClr val="13294B"/>
                </a:solidFill>
              </a:defRPr>
            </a:lvl4pPr>
            <a:lvl5pPr>
              <a:defRPr sz="1650" b="1">
                <a:solidFill>
                  <a:srgbClr val="13294B"/>
                </a:solidFill>
              </a:defRPr>
            </a:lvl5pPr>
            <a:lvl6pPr>
              <a:defRPr sz="1650" b="1">
                <a:solidFill>
                  <a:srgbClr val="13294B"/>
                </a:solidFill>
              </a:defRPr>
            </a:lvl6pPr>
            <a:lvl7pPr>
              <a:defRPr sz="1650" b="1">
                <a:solidFill>
                  <a:srgbClr val="13294B"/>
                </a:solidFill>
              </a:defRPr>
            </a:lvl7pPr>
            <a:lvl8pPr>
              <a:defRPr sz="1650" b="1">
                <a:solidFill>
                  <a:srgbClr val="13294B"/>
                </a:solidFill>
              </a:defRPr>
            </a:lvl8pPr>
            <a:lvl9pPr>
              <a:defRPr sz="1650" b="1">
                <a:solidFill>
                  <a:srgbClr val="13294B"/>
                </a:solidFill>
              </a:defRPr>
            </a:lvl9pPr>
          </a:lstStyle>
          <a:p xmlns:a="http://schemas.openxmlformats.org/drawingml/2006/main">
            <a:pPr>
              <a:defRPr sz="1650" b="1">
                <a:solidFill>
                  <a:srgbClr val="13294B"/>
                </a:solidFill>
              </a:defRPr>
            </a:pPr>
            <a:r>
              <a:rPr sz="1650" b="1">
                <a:solidFill>
                  <a:srgbClr val="13294B"/>
                </a:solidFill>
              </a:rPr>
              <a:t>Topology</a:t>
            </a:r>
          </a:p>
        </p:txBody>
      </p:sp>
      <p:sp>
        <p:nvSpPr>
          <p:cNvPr id="12" name="">
            <a:extLst xmlns:a="http://schemas.openxmlformats.org/drawingml/2006/main">
              <a:ext uri="{FF2B5EF4-FFF2-40B4-BE49-F238E27FC236}">
                <a16:creationId xmlns:a16="http://schemas.microsoft.com/office/drawing/2014/main" id="{B9AB152C-7D35-433A-9A10-45F5E718CB35}"/>
              </a:ext>
            </a:extLst>
          </p:cNvPr>
          <p:cNvSpPr>
            <a:spLocks xmlns:a="http://schemas.openxmlformats.org/drawingml/2006/main" noGrp="1"/>
          </p:cNvSpPr>
          <p:nvPr/>
        </p:nvSpPr>
        <p:spPr>
          <a:xfrm xmlns:a="http://schemas.openxmlformats.org/drawingml/2006/main">
            <a:off x="1047750" y="3190875"/>
            <a:ext cx="4238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Holes must stay open, paths must close, and neighboring regions should not create duplicate cuts.</a:t>
            </a:r>
          </a:p>
        </p:txBody>
      </p:sp>
      <p:sp>
        <p:nvSpPr>
          <p:cNvPr id="13" name="">
            <a:extLst xmlns:a="http://schemas.openxmlformats.org/drawingml/2006/main">
              <a:ext uri="{FF2B5EF4-FFF2-40B4-BE49-F238E27FC236}">
                <a16:creationId xmlns:a16="http://schemas.microsoft.com/office/drawing/2014/main" id="{10D407DA-E957-465F-A67E-DB981EC4284F}"/>
              </a:ext>
            </a:extLst>
          </p:cNvPr>
          <p:cNvSpPr>
            <a:spLocks xmlns:a="http://schemas.openxmlformats.org/drawingml/2006/main" noGrp="1"/>
          </p:cNvSpPr>
          <p:nvPr/>
        </p:nvSpPr>
        <p:spPr>
          <a:xfrm xmlns:a="http://schemas.openxmlformats.org/drawingml/2006/main">
            <a:off x="800100" y="4048125"/>
            <a:ext cx="95250" cy="95250"/>
          </a:xfrm>
          <a:prstGeom xmlns:a="http://schemas.openxmlformats.org/drawingml/2006/main" prst="roundRect">
            <a:avLst>
              <a:gd name="adj" fmla="val 50000"/>
            </a:avLst>
          </a:prstGeom>
          <a:solidFill xmlns:a="http://schemas.openxmlformats.org/drawingml/2006/main">
            <a:srgbClr val="D59F3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A878B5F-D5BD-41B6-9B87-16364042B776}"/>
              </a:ext>
            </a:extLst>
          </p:cNvPr>
          <p:cNvSpPr>
            <a:spLocks xmlns:a="http://schemas.openxmlformats.org/drawingml/2006/main" noGrp="1"/>
          </p:cNvSpPr>
          <p:nvPr/>
        </p:nvSpPr>
        <p:spPr>
          <a:xfrm xmlns:a="http://schemas.openxmlformats.org/drawingml/2006/main">
            <a:off x="1047750" y="39814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3294B"/>
                </a:solidFill>
              </a:defRPr>
            </a:defPPr>
            <a:lvl1pPr>
              <a:defRPr sz="1650" b="1">
                <a:solidFill>
                  <a:srgbClr val="13294B"/>
                </a:solidFill>
              </a:defRPr>
            </a:lvl1pPr>
            <a:lvl2pPr>
              <a:defRPr sz="1650" b="1">
                <a:solidFill>
                  <a:srgbClr val="13294B"/>
                </a:solidFill>
              </a:defRPr>
            </a:lvl2pPr>
            <a:lvl3pPr>
              <a:defRPr sz="1650" b="1">
                <a:solidFill>
                  <a:srgbClr val="13294B"/>
                </a:solidFill>
              </a:defRPr>
            </a:lvl3pPr>
            <a:lvl4pPr>
              <a:defRPr sz="1650" b="1">
                <a:solidFill>
                  <a:srgbClr val="13294B"/>
                </a:solidFill>
              </a:defRPr>
            </a:lvl4pPr>
            <a:lvl5pPr>
              <a:defRPr sz="1650" b="1">
                <a:solidFill>
                  <a:srgbClr val="13294B"/>
                </a:solidFill>
              </a:defRPr>
            </a:lvl5pPr>
            <a:lvl6pPr>
              <a:defRPr sz="1650" b="1">
                <a:solidFill>
                  <a:srgbClr val="13294B"/>
                </a:solidFill>
              </a:defRPr>
            </a:lvl6pPr>
            <a:lvl7pPr>
              <a:defRPr sz="1650" b="1">
                <a:solidFill>
                  <a:srgbClr val="13294B"/>
                </a:solidFill>
              </a:defRPr>
            </a:lvl7pPr>
            <a:lvl8pPr>
              <a:defRPr sz="1650" b="1">
                <a:solidFill>
                  <a:srgbClr val="13294B"/>
                </a:solidFill>
              </a:defRPr>
            </a:lvl8pPr>
            <a:lvl9pPr>
              <a:defRPr sz="1650" b="1">
                <a:solidFill>
                  <a:srgbClr val="13294B"/>
                </a:solidFill>
              </a:defRPr>
            </a:lvl9pPr>
          </a:lstStyle>
          <a:p xmlns:a="http://schemas.openxmlformats.org/drawingml/2006/main">
            <a:pPr>
              <a:defRPr sz="1650" b="1">
                <a:solidFill>
                  <a:srgbClr val="13294B"/>
                </a:solidFill>
              </a:defRPr>
            </a:pPr>
            <a:r>
              <a:rPr sz="1650" b="1">
                <a:solidFill>
                  <a:srgbClr val="13294B"/>
                </a:solidFill>
              </a:rPr>
              <a:t>Geometry</a:t>
            </a:r>
          </a:p>
        </p:txBody>
      </p:sp>
      <p:sp>
        <p:nvSpPr>
          <p:cNvPr id="15" name="">
            <a:extLst xmlns:a="http://schemas.openxmlformats.org/drawingml/2006/main">
              <a:ext uri="{FF2B5EF4-FFF2-40B4-BE49-F238E27FC236}">
                <a16:creationId xmlns:a16="http://schemas.microsoft.com/office/drawing/2014/main" id="{DFC3446C-47DC-4F75-8372-F84D19DC1B27}"/>
              </a:ext>
            </a:extLst>
          </p:cNvPr>
          <p:cNvSpPr>
            <a:spLocks xmlns:a="http://schemas.openxmlformats.org/drawingml/2006/main" noGrp="1"/>
          </p:cNvSpPr>
          <p:nvPr/>
        </p:nvSpPr>
        <p:spPr>
          <a:xfrm xmlns:a="http://schemas.openxmlformats.org/drawingml/2006/main">
            <a:off x="1047750" y="4276725"/>
            <a:ext cx="4238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Too many short line segments can preserve pixels while producing poor CAD curves.</a:t>
            </a:r>
          </a:p>
        </p:txBody>
      </p:sp>
      <p:sp>
        <p:nvSpPr>
          <p:cNvPr id="16" name="">
            <a:extLst xmlns:a="http://schemas.openxmlformats.org/drawingml/2006/main">
              <a:ext uri="{FF2B5EF4-FFF2-40B4-BE49-F238E27FC236}">
                <a16:creationId xmlns:a16="http://schemas.microsoft.com/office/drawing/2014/main" id="{49B5381C-A7EE-47E1-A3A1-15BDC4B4654A}"/>
              </a:ext>
            </a:extLst>
          </p:cNvPr>
          <p:cNvSpPr>
            <a:spLocks xmlns:a="http://schemas.openxmlformats.org/drawingml/2006/main" noGrp="1"/>
          </p:cNvSpPr>
          <p:nvPr/>
        </p:nvSpPr>
        <p:spPr>
          <a:xfrm xmlns:a="http://schemas.openxmlformats.org/drawingml/2006/main">
            <a:off x="800100" y="5133975"/>
            <a:ext cx="95250" cy="95250"/>
          </a:xfrm>
          <a:prstGeom xmlns:a="http://schemas.openxmlformats.org/drawingml/2006/main" prst="roundRect">
            <a:avLst>
              <a:gd name="adj" fmla="val 50000"/>
            </a:avLst>
          </a:prstGeom>
          <a:solidFill xmlns:a="http://schemas.openxmlformats.org/drawingml/2006/main">
            <a:srgbClr val="A7484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2BE3BDC-B8D5-4FFD-A6EE-EE11EEF507F9}"/>
              </a:ext>
            </a:extLst>
          </p:cNvPr>
          <p:cNvSpPr>
            <a:spLocks xmlns:a="http://schemas.openxmlformats.org/drawingml/2006/main" noGrp="1"/>
          </p:cNvSpPr>
          <p:nvPr/>
        </p:nvSpPr>
        <p:spPr>
          <a:xfrm xmlns:a="http://schemas.openxmlformats.org/drawingml/2006/main">
            <a:off x="1047750" y="50673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3294B"/>
                </a:solidFill>
              </a:defRPr>
            </a:defPPr>
            <a:lvl1pPr>
              <a:defRPr sz="1650" b="1">
                <a:solidFill>
                  <a:srgbClr val="13294B"/>
                </a:solidFill>
              </a:defRPr>
            </a:lvl1pPr>
            <a:lvl2pPr>
              <a:defRPr sz="1650" b="1">
                <a:solidFill>
                  <a:srgbClr val="13294B"/>
                </a:solidFill>
              </a:defRPr>
            </a:lvl2pPr>
            <a:lvl3pPr>
              <a:defRPr sz="1650" b="1">
                <a:solidFill>
                  <a:srgbClr val="13294B"/>
                </a:solidFill>
              </a:defRPr>
            </a:lvl3pPr>
            <a:lvl4pPr>
              <a:defRPr sz="1650" b="1">
                <a:solidFill>
                  <a:srgbClr val="13294B"/>
                </a:solidFill>
              </a:defRPr>
            </a:lvl4pPr>
            <a:lvl5pPr>
              <a:defRPr sz="1650" b="1">
                <a:solidFill>
                  <a:srgbClr val="13294B"/>
                </a:solidFill>
              </a:defRPr>
            </a:lvl5pPr>
            <a:lvl6pPr>
              <a:defRPr sz="1650" b="1">
                <a:solidFill>
                  <a:srgbClr val="13294B"/>
                </a:solidFill>
              </a:defRPr>
            </a:lvl6pPr>
            <a:lvl7pPr>
              <a:defRPr sz="1650" b="1">
                <a:solidFill>
                  <a:srgbClr val="13294B"/>
                </a:solidFill>
              </a:defRPr>
            </a:lvl7pPr>
            <a:lvl8pPr>
              <a:defRPr sz="1650" b="1">
                <a:solidFill>
                  <a:srgbClr val="13294B"/>
                </a:solidFill>
              </a:defRPr>
            </a:lvl8pPr>
            <a:lvl9pPr>
              <a:defRPr sz="1650" b="1">
                <a:solidFill>
                  <a:srgbClr val="13294B"/>
                </a:solidFill>
              </a:defRPr>
            </a:lvl9pPr>
          </a:lstStyle>
          <a:p xmlns:a="http://schemas.openxmlformats.org/drawingml/2006/main">
            <a:pPr>
              <a:defRPr sz="1650" b="1">
                <a:solidFill>
                  <a:srgbClr val="13294B"/>
                </a:solidFill>
              </a:defRPr>
            </a:pPr>
            <a:r>
              <a:rPr sz="1650" b="1">
                <a:solidFill>
                  <a:srgbClr val="13294B"/>
                </a:solidFill>
              </a:rPr>
              <a:t>Ambiguous input</a:t>
            </a:r>
          </a:p>
        </p:txBody>
      </p:sp>
      <p:sp>
        <p:nvSpPr>
          <p:cNvPr id="18" name="">
            <a:extLst xmlns:a="http://schemas.openxmlformats.org/drawingml/2006/main">
              <a:ext uri="{FF2B5EF4-FFF2-40B4-BE49-F238E27FC236}">
                <a16:creationId xmlns:a16="http://schemas.microsoft.com/office/drawing/2014/main" id="{693C1FA2-0D82-4998-AF0A-A00A76CEF52F}"/>
              </a:ext>
            </a:extLst>
          </p:cNvPr>
          <p:cNvSpPr>
            <a:spLocks xmlns:a="http://schemas.openxmlformats.org/drawingml/2006/main" noGrp="1"/>
          </p:cNvSpPr>
          <p:nvPr/>
        </p:nvSpPr>
        <p:spPr>
          <a:xfrm xmlns:a="http://schemas.openxmlformats.org/drawingml/2006/main">
            <a:off x="1047750" y="5362575"/>
            <a:ext cx="4238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Gradients, compression, transparency, and low resolution weaken the evidence.</a:t>
            </a:r>
          </a:p>
        </p:txBody>
      </p:sp>
    </p:spTree>
    <p:extLst>
      <p:ext uri="{BB962C8B-B14F-4D97-AF65-F5344CB8AC3E}">
        <p14:creationId xmlns:p14="http://schemas.microsoft.com/office/powerpoint/2010/main" val="1022403241"/>
      </p:ext>
    </p:extLst>
  </p:cSld>
</p:sld>
</file>

<file path=ppt/slides/slide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3232DD1-38D8-494C-9467-D18EB116D089}"/>
              </a:ext>
            </a:extLst>
          </p:cNvPr>
          <p:cNvSpPr>
            <a:spLocks xmlns:a="http://schemas.openxmlformats.org/drawingml/2006/main" noGrp="1"/>
          </p:cNvSpPr>
          <p:nvPr/>
        </p:nvSpPr>
        <p:spPr>
          <a:xfrm xmlns:a="http://schemas.openxmlformats.org/drawingml/2006/main">
            <a:off x="68580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9CD3"/>
                </a:solidFill>
              </a:defRPr>
            </a:defPPr>
            <a:lvl1pPr>
              <a:defRPr sz="975" b="1">
                <a:solidFill>
                  <a:srgbClr val="4B9CD3"/>
                </a:solidFill>
              </a:defRPr>
            </a:lvl1pPr>
            <a:lvl2pPr>
              <a:defRPr sz="975" b="1">
                <a:solidFill>
                  <a:srgbClr val="4B9CD3"/>
                </a:solidFill>
              </a:defRPr>
            </a:lvl2pPr>
            <a:lvl3pPr>
              <a:defRPr sz="975" b="1">
                <a:solidFill>
                  <a:srgbClr val="4B9CD3"/>
                </a:solidFill>
              </a:defRPr>
            </a:lvl3pPr>
            <a:lvl4pPr>
              <a:defRPr sz="975" b="1">
                <a:solidFill>
                  <a:srgbClr val="4B9CD3"/>
                </a:solidFill>
              </a:defRPr>
            </a:lvl4pPr>
            <a:lvl5pPr>
              <a:defRPr sz="975" b="1">
                <a:solidFill>
                  <a:srgbClr val="4B9CD3"/>
                </a:solidFill>
              </a:defRPr>
            </a:lvl5pPr>
            <a:lvl6pPr>
              <a:defRPr sz="975" b="1">
                <a:solidFill>
                  <a:srgbClr val="4B9CD3"/>
                </a:solidFill>
              </a:defRPr>
            </a:lvl6pPr>
            <a:lvl7pPr>
              <a:defRPr sz="975" b="1">
                <a:solidFill>
                  <a:srgbClr val="4B9CD3"/>
                </a:solidFill>
              </a:defRPr>
            </a:lvl7pPr>
            <a:lvl8pPr>
              <a:defRPr sz="975" b="1">
                <a:solidFill>
                  <a:srgbClr val="4B9CD3"/>
                </a:solidFill>
              </a:defRPr>
            </a:lvl8pPr>
            <a:lvl9pPr>
              <a:defRPr sz="975" b="1">
                <a:solidFill>
                  <a:srgbClr val="4B9CD3"/>
                </a:solidFill>
              </a:defRPr>
            </a:lvl9pPr>
          </a:lstStyle>
          <a:p xmlns:a="http://schemas.openxmlformats.org/drawingml/2006/main">
            <a:pPr>
              <a:defRPr sz="975" b="1">
                <a:solidFill>
                  <a:srgbClr val="4B9CD3"/>
                </a:solidFill>
              </a:defRPr>
            </a:pPr>
            <a:r>
              <a:rPr sz="975" b="1">
                <a:solidFill>
                  <a:srgbClr val="4B9CD3"/>
                </a:solidFill>
              </a:rPr>
              <a:t>IMAGE VECTORIZATION</a:t>
            </a:r>
          </a:p>
        </p:txBody>
      </p:sp>
      <p:sp>
        <p:nvSpPr>
          <p:cNvPr id="2" name="">
            <a:extLst xmlns:a="http://schemas.openxmlformats.org/drawingml/2006/main">
              <a:ext uri="{FF2B5EF4-FFF2-40B4-BE49-F238E27FC236}">
                <a16:creationId xmlns:a16="http://schemas.microsoft.com/office/drawing/2014/main" id="{1F5B0620-05F0-4E1B-81F6-F8134330476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3294B"/>
                </a:solidFill>
              </a:defRPr>
            </a:defPPr>
            <a:lvl1pPr>
              <a:defRPr sz="2700" b="1">
                <a:solidFill>
                  <a:srgbClr val="13294B"/>
                </a:solidFill>
              </a:defRPr>
            </a:lvl1pPr>
            <a:lvl2pPr>
              <a:defRPr sz="2700" b="1">
                <a:solidFill>
                  <a:srgbClr val="13294B"/>
                </a:solidFill>
              </a:defRPr>
            </a:lvl2pPr>
            <a:lvl3pPr>
              <a:defRPr sz="2700" b="1">
                <a:solidFill>
                  <a:srgbClr val="13294B"/>
                </a:solidFill>
              </a:defRPr>
            </a:lvl3pPr>
            <a:lvl4pPr>
              <a:defRPr sz="2700" b="1">
                <a:solidFill>
                  <a:srgbClr val="13294B"/>
                </a:solidFill>
              </a:defRPr>
            </a:lvl4pPr>
            <a:lvl5pPr>
              <a:defRPr sz="2700" b="1">
                <a:solidFill>
                  <a:srgbClr val="13294B"/>
                </a:solidFill>
              </a:defRPr>
            </a:lvl5pPr>
            <a:lvl6pPr>
              <a:defRPr sz="2700" b="1">
                <a:solidFill>
                  <a:srgbClr val="13294B"/>
                </a:solidFill>
              </a:defRPr>
            </a:lvl6pPr>
            <a:lvl7pPr>
              <a:defRPr sz="2700" b="1">
                <a:solidFill>
                  <a:srgbClr val="13294B"/>
                </a:solidFill>
              </a:defRPr>
            </a:lvl7pPr>
            <a:lvl8pPr>
              <a:defRPr sz="2700" b="1">
                <a:solidFill>
                  <a:srgbClr val="13294B"/>
                </a:solidFill>
              </a:defRPr>
            </a:lvl8pPr>
            <a:lvl9pPr>
              <a:defRPr sz="2700" b="1">
                <a:solidFill>
                  <a:srgbClr val="13294B"/>
                </a:solidFill>
              </a:defRPr>
            </a:lvl9pPr>
          </a:lstStyle>
          <a:p xmlns:a="http://schemas.openxmlformats.org/drawingml/2006/main">
            <a:pPr>
              <a:defRPr sz="2700" b="1">
                <a:solidFill>
                  <a:srgbClr val="13294B"/>
                </a:solidFill>
              </a:defRPr>
            </a:pPr>
            <a:r>
              <a:rPr sz="2700" b="1">
                <a:solidFill>
                  <a:srgbClr val="13294B"/>
                </a:solidFill>
              </a:rPr>
              <a:t>The vectorization pipeline</a:t>
            </a:r>
          </a:p>
        </p:txBody>
      </p:sp>
      <p:sp>
        <p:nvSpPr>
          <p:cNvPr id="3" name="">
            <a:extLst xmlns:a="http://schemas.openxmlformats.org/drawingml/2006/main">
              <a:ext uri="{FF2B5EF4-FFF2-40B4-BE49-F238E27FC236}">
                <a16:creationId xmlns:a16="http://schemas.microsoft.com/office/drawing/2014/main" id="{9DCE1508-B3A7-49D9-BC96-7AC4E106B4F2}"/>
              </a:ext>
            </a:extLst>
          </p:cNvPr>
          <p:cNvSpPr>
            <a:spLocks xmlns:a="http://schemas.openxmlformats.org/drawingml/2006/main" noGrp="1"/>
          </p:cNvSpPr>
          <p:nvPr/>
        </p:nvSpPr>
        <p:spPr>
          <a:xfrm xmlns:a="http://schemas.openxmlformats.org/drawingml/2006/main">
            <a:off x="685800" y="1381125"/>
            <a:ext cx="876300" cy="47625"/>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5E2510C-F595-4ABC-AC7D-2B2EF83E8B91}"/>
              </a:ext>
            </a:extLst>
          </p:cNvPr>
          <p:cNvSpPr>
            <a:spLocks xmlns:a="http://schemas.openxmlformats.org/drawingml/2006/main" noGrp="1"/>
          </p:cNvSpPr>
          <p:nvPr/>
        </p:nvSpPr>
        <p:spPr>
          <a:xfrm xmlns:a="http://schemas.openxmlformats.org/drawingml/2006/main">
            <a:off x="11144250" y="400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579"/>
                </a:solidFill>
              </a:defRPr>
            </a:defPPr>
            <a:lvl1pPr>
              <a:defRPr sz="975" b="1">
                <a:solidFill>
                  <a:srgbClr val="536579"/>
                </a:solidFill>
              </a:defRPr>
            </a:lvl1pPr>
            <a:lvl2pPr>
              <a:defRPr sz="975" b="1">
                <a:solidFill>
                  <a:srgbClr val="536579"/>
                </a:solidFill>
              </a:defRPr>
            </a:lvl2pPr>
            <a:lvl3pPr>
              <a:defRPr sz="975" b="1">
                <a:solidFill>
                  <a:srgbClr val="536579"/>
                </a:solidFill>
              </a:defRPr>
            </a:lvl3pPr>
            <a:lvl4pPr>
              <a:defRPr sz="975" b="1">
                <a:solidFill>
                  <a:srgbClr val="536579"/>
                </a:solidFill>
              </a:defRPr>
            </a:lvl4pPr>
            <a:lvl5pPr>
              <a:defRPr sz="975" b="1">
                <a:solidFill>
                  <a:srgbClr val="536579"/>
                </a:solidFill>
              </a:defRPr>
            </a:lvl5pPr>
            <a:lvl6pPr>
              <a:defRPr sz="975" b="1">
                <a:solidFill>
                  <a:srgbClr val="536579"/>
                </a:solidFill>
              </a:defRPr>
            </a:lvl6pPr>
            <a:lvl7pPr>
              <a:defRPr sz="975" b="1">
                <a:solidFill>
                  <a:srgbClr val="536579"/>
                </a:solidFill>
              </a:defRPr>
            </a:lvl7pPr>
            <a:lvl8pPr>
              <a:defRPr sz="975" b="1">
                <a:solidFill>
                  <a:srgbClr val="536579"/>
                </a:solidFill>
              </a:defRPr>
            </a:lvl8pPr>
            <a:lvl9pPr>
              <a:defRPr sz="975" b="1">
                <a:solidFill>
                  <a:srgbClr val="536579"/>
                </a:solidFill>
              </a:defRPr>
            </a:lvl9pPr>
          </a:lstStyle>
          <a:p xmlns:a="http://schemas.openxmlformats.org/drawingml/2006/main">
            <a:pPr>
              <a:defRPr sz="975" b="1">
                <a:solidFill>
                  <a:srgbClr val="536579"/>
                </a:solidFill>
              </a:defRPr>
            </a:pPr>
            <a:r>
              <a:rPr sz="975" b="1">
                <a:solidFill>
                  <a:srgbClr val="536579"/>
                </a:solidFill>
              </a:rPr>
              <a:t>04</a:t>
            </a:r>
          </a:p>
        </p:txBody>
      </p:sp>
      <p:sp>
        <p:nvSpPr>
          <p:cNvPr id="5" name="">
            <a:extLst xmlns:a="http://schemas.openxmlformats.org/drawingml/2006/main">
              <a:ext uri="{FF2B5EF4-FFF2-40B4-BE49-F238E27FC236}">
                <a16:creationId xmlns:a16="http://schemas.microsoft.com/office/drawing/2014/main" id="{A9431E96-F578-4510-8070-D770DE5A5FBC}"/>
              </a:ext>
            </a:extLst>
          </p:cNvPr>
          <p:cNvSpPr>
            <a:spLocks xmlns:a="http://schemas.openxmlformats.org/drawingml/2006/main" noGrp="1"/>
          </p:cNvSpPr>
          <p:nvPr/>
        </p:nvSpPr>
        <p:spPr>
          <a:xfrm xmlns:a="http://schemas.openxmlformats.org/drawingml/2006/main">
            <a:off x="68580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a:solidFill>
                  <a:srgbClr val="536579"/>
                </a:solidFill>
              </a:defRPr>
            </a:defPPr>
            <a:lvl1pPr>
              <a:defRPr sz="825">
                <a:solidFill>
                  <a:srgbClr val="536579"/>
                </a:solidFill>
              </a:defRPr>
            </a:lvl1pPr>
            <a:lvl2pPr>
              <a:defRPr sz="825">
                <a:solidFill>
                  <a:srgbClr val="536579"/>
                </a:solidFill>
              </a:defRPr>
            </a:lvl2pPr>
            <a:lvl3pPr>
              <a:defRPr sz="825">
                <a:solidFill>
                  <a:srgbClr val="536579"/>
                </a:solidFill>
              </a:defRPr>
            </a:lvl3pPr>
            <a:lvl4pPr>
              <a:defRPr sz="825">
                <a:solidFill>
                  <a:srgbClr val="536579"/>
                </a:solidFill>
              </a:defRPr>
            </a:lvl4pPr>
            <a:lvl5pPr>
              <a:defRPr sz="825">
                <a:solidFill>
                  <a:srgbClr val="536579"/>
                </a:solidFill>
              </a:defRPr>
            </a:lvl5pPr>
            <a:lvl6pPr>
              <a:defRPr sz="825">
                <a:solidFill>
                  <a:srgbClr val="536579"/>
                </a:solidFill>
              </a:defRPr>
            </a:lvl6pPr>
            <a:lvl7pPr>
              <a:defRPr sz="825">
                <a:solidFill>
                  <a:srgbClr val="536579"/>
                </a:solidFill>
              </a:defRPr>
            </a:lvl7pPr>
            <a:lvl8pPr>
              <a:defRPr sz="825">
                <a:solidFill>
                  <a:srgbClr val="536579"/>
                </a:solidFill>
              </a:defRPr>
            </a:lvl8pPr>
            <a:lvl9pPr>
              <a:defRPr sz="825">
                <a:solidFill>
                  <a:srgbClr val="536579"/>
                </a:solidFill>
              </a:defRPr>
            </a:lvl9pPr>
          </a:lstStyle>
          <a:p xmlns:a="http://schemas.openxmlformats.org/drawingml/2006/main">
            <a:pPr>
              <a:defRPr sz="825">
                <a:solidFill>
                  <a:srgbClr val="536579"/>
                </a:solidFill>
              </a:defRPr>
            </a:pPr>
            <a:r>
              <a:rPr sz="825">
                <a:solidFill>
                  <a:srgbClr val="536579"/>
                </a:solidFill>
              </a:rPr>
              <a:t>UNC COMP 523 Team E  ·  Hamsini Tankala</a:t>
            </a:r>
          </a:p>
        </p:txBody>
      </p:sp>
      <p:sp>
        <p:nvSpPr>
          <p:cNvPr id="6" name="">
            <a:extLst xmlns:a="http://schemas.openxmlformats.org/drawingml/2006/main">
              <a:ext uri="{FF2B5EF4-FFF2-40B4-BE49-F238E27FC236}">
                <a16:creationId xmlns:a16="http://schemas.microsoft.com/office/drawing/2014/main" id="{8CE4AA98-D34D-4A8A-A29C-3F56F084F74F}"/>
              </a:ext>
            </a:extLst>
          </p:cNvPr>
          <p:cNvSpPr>
            <a:spLocks xmlns:a="http://schemas.openxmlformats.org/drawingml/2006/main" noGrp="1"/>
          </p:cNvSpPr>
          <p:nvPr/>
        </p:nvSpPr>
        <p:spPr>
          <a:xfrm xmlns:a="http://schemas.openxmlformats.org/drawingml/2006/main">
            <a:off x="685800" y="2095500"/>
            <a:ext cx="533400" cy="533400"/>
          </a:xfrm>
          <a:prstGeom xmlns:a="http://schemas.openxmlformats.org/drawingml/2006/main" prst="roundRect">
            <a:avLst>
              <a:gd name="adj" fmla="val 21429"/>
            </a:avLst>
          </a:prstGeom>
          <a:solidFill xmlns:a="http://schemas.openxmlformats.org/drawingml/2006/main">
            <a:srgbClr val="4B9CD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D2ED25A-8034-43A3-BA99-2684AB0C8812}"/>
              </a:ext>
            </a:extLst>
          </p:cNvPr>
          <p:cNvSpPr>
            <a:spLocks xmlns:a="http://schemas.openxmlformats.org/drawingml/2006/main" noGrp="1"/>
          </p:cNvSpPr>
          <p:nvPr/>
        </p:nvSpPr>
        <p:spPr>
          <a:xfrm xmlns:a="http://schemas.openxmlformats.org/drawingml/2006/main">
            <a:off x="685800" y="20955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FFFFF"/>
                </a:solidFill>
              </a:defRPr>
            </a:defPPr>
            <a:lvl1pPr>
              <a:defRPr sz="1875" b="1">
                <a:solidFill>
                  <a:srgbClr val="FFFFFF"/>
                </a:solidFill>
              </a:defRPr>
            </a:lvl1pPr>
            <a:lvl2pPr>
              <a:defRPr sz="1875" b="1">
                <a:solidFill>
                  <a:srgbClr val="FFFFFF"/>
                </a:solidFill>
              </a:defRPr>
            </a:lvl2pPr>
            <a:lvl3pPr>
              <a:defRPr sz="1875" b="1">
                <a:solidFill>
                  <a:srgbClr val="FFFFFF"/>
                </a:solidFill>
              </a:defRPr>
            </a:lvl3pPr>
            <a:lvl4pPr>
              <a:defRPr sz="1875" b="1">
                <a:solidFill>
                  <a:srgbClr val="FFFFFF"/>
                </a:solidFill>
              </a:defRPr>
            </a:lvl4pPr>
            <a:lvl5pPr>
              <a:defRPr sz="1875" b="1">
                <a:solidFill>
                  <a:srgbClr val="FFFFFF"/>
                </a:solidFill>
              </a:defRPr>
            </a:lvl5pPr>
            <a:lvl6pPr>
              <a:defRPr sz="1875" b="1">
                <a:solidFill>
                  <a:srgbClr val="FFFFFF"/>
                </a:solidFill>
              </a:defRPr>
            </a:lvl6pPr>
            <a:lvl7pPr>
              <a:defRPr sz="1875" b="1">
                <a:solidFill>
                  <a:srgbClr val="FFFFFF"/>
                </a:solidFill>
              </a:defRPr>
            </a:lvl7pPr>
            <a:lvl8pPr>
              <a:defRPr sz="1875" b="1">
                <a:solidFill>
                  <a:srgbClr val="FFFFFF"/>
                </a:solidFill>
              </a:defRPr>
            </a:lvl8pPr>
            <a:lvl9pPr>
              <a:defRPr sz="1875" b="1">
                <a:solidFill>
                  <a:srgbClr val="FFFFFF"/>
                </a:solidFill>
              </a:defRPr>
            </a:lvl9pPr>
          </a:lstStyle>
          <a:p xmlns:a="http://schemas.openxmlformats.org/drawingml/2006/main">
            <a:pPr>
              <a:defRPr sz="1875" b="1">
                <a:solidFill>
                  <a:srgbClr val="FFFFFF"/>
                </a:solidFill>
              </a:defRPr>
            </a:pPr>
            <a:r>
              <a:rPr sz="1875" b="1">
                <a:solidFill>
                  <a:srgbClr val="FFFFFF"/>
                </a:solidFill>
              </a:rPr>
              <a:t>1</a:t>
            </a:r>
          </a:p>
        </p:txBody>
      </p:sp>
      <p:sp>
        <p:nvSpPr>
          <p:cNvPr id="8" name="">
            <a:extLst xmlns:a="http://schemas.openxmlformats.org/drawingml/2006/main">
              <a:ext uri="{FF2B5EF4-FFF2-40B4-BE49-F238E27FC236}">
                <a16:creationId xmlns:a16="http://schemas.microsoft.com/office/drawing/2014/main" id="{9CE2FD67-34F3-4F1E-9BBE-8066289B9E04}"/>
              </a:ext>
            </a:extLst>
          </p:cNvPr>
          <p:cNvSpPr>
            <a:spLocks xmlns:a="http://schemas.openxmlformats.org/drawingml/2006/main" noGrp="1"/>
          </p:cNvSpPr>
          <p:nvPr/>
        </p:nvSpPr>
        <p:spPr>
          <a:xfrm xmlns:a="http://schemas.openxmlformats.org/drawingml/2006/main">
            <a:off x="685800" y="28956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3294B"/>
                </a:solidFill>
              </a:defRPr>
            </a:defPPr>
            <a:lvl1pPr>
              <a:defRPr sz="1725" b="1">
                <a:solidFill>
                  <a:srgbClr val="13294B"/>
                </a:solidFill>
              </a:defRPr>
            </a:lvl1pPr>
            <a:lvl2pPr>
              <a:defRPr sz="1725" b="1">
                <a:solidFill>
                  <a:srgbClr val="13294B"/>
                </a:solidFill>
              </a:defRPr>
            </a:lvl2pPr>
            <a:lvl3pPr>
              <a:defRPr sz="1725" b="1">
                <a:solidFill>
                  <a:srgbClr val="13294B"/>
                </a:solidFill>
              </a:defRPr>
            </a:lvl3pPr>
            <a:lvl4pPr>
              <a:defRPr sz="1725" b="1">
                <a:solidFill>
                  <a:srgbClr val="13294B"/>
                </a:solidFill>
              </a:defRPr>
            </a:lvl4pPr>
            <a:lvl5pPr>
              <a:defRPr sz="1725" b="1">
                <a:solidFill>
                  <a:srgbClr val="13294B"/>
                </a:solidFill>
              </a:defRPr>
            </a:lvl5pPr>
            <a:lvl6pPr>
              <a:defRPr sz="1725" b="1">
                <a:solidFill>
                  <a:srgbClr val="13294B"/>
                </a:solidFill>
              </a:defRPr>
            </a:lvl6pPr>
            <a:lvl7pPr>
              <a:defRPr sz="1725" b="1">
                <a:solidFill>
                  <a:srgbClr val="13294B"/>
                </a:solidFill>
              </a:defRPr>
            </a:lvl7pPr>
            <a:lvl8pPr>
              <a:defRPr sz="1725" b="1">
                <a:solidFill>
                  <a:srgbClr val="13294B"/>
                </a:solidFill>
              </a:defRPr>
            </a:lvl8pPr>
            <a:lvl9pPr>
              <a:defRPr sz="1725" b="1">
                <a:solidFill>
                  <a:srgbClr val="13294B"/>
                </a:solidFill>
              </a:defRPr>
            </a:lvl9pPr>
          </a:lstStyle>
          <a:p xmlns:a="http://schemas.openxmlformats.org/drawingml/2006/main">
            <a:pPr>
              <a:defRPr sz="1725" b="1">
                <a:solidFill>
                  <a:srgbClr val="13294B"/>
                </a:solidFill>
              </a:defRPr>
            </a:pPr>
            <a:r>
              <a:rPr sz="1725" b="1">
                <a:solidFill>
                  <a:srgbClr val="13294B"/>
                </a:solidFill>
              </a:rPr>
              <a:t>Decode</a:t>
            </a:r>
          </a:p>
        </p:txBody>
      </p:sp>
      <p:sp>
        <p:nvSpPr>
          <p:cNvPr id="9" name="">
            <a:extLst xmlns:a="http://schemas.openxmlformats.org/drawingml/2006/main">
              <a:ext uri="{FF2B5EF4-FFF2-40B4-BE49-F238E27FC236}">
                <a16:creationId xmlns:a16="http://schemas.microsoft.com/office/drawing/2014/main" id="{CFDE9AF2-8CF0-4044-8483-1C0CA9280F58}"/>
              </a:ext>
            </a:extLst>
          </p:cNvPr>
          <p:cNvSpPr>
            <a:spLocks xmlns:a="http://schemas.openxmlformats.org/drawingml/2006/main" noGrp="1"/>
          </p:cNvSpPr>
          <p:nvPr/>
        </p:nvSpPr>
        <p:spPr>
          <a:xfrm xmlns:a="http://schemas.openxmlformats.org/drawingml/2006/main">
            <a:off x="685800" y="3333750"/>
            <a:ext cx="1695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pixels + transparency</a:t>
            </a:r>
          </a:p>
        </p:txBody>
      </p:sp>
      <p:sp>
        <p:nvSpPr>
          <p:cNvPr id="10" name="">
            <a:extLst xmlns:a="http://schemas.openxmlformats.org/drawingml/2006/main">
              <a:ext uri="{FF2B5EF4-FFF2-40B4-BE49-F238E27FC236}">
                <a16:creationId xmlns:a16="http://schemas.microsoft.com/office/drawing/2014/main" id="{E8479F3B-BE39-445F-AC4C-7DB53F75EFB1}"/>
              </a:ext>
            </a:extLst>
          </p:cNvPr>
          <p:cNvSpPr>
            <a:spLocks xmlns:a="http://schemas.openxmlformats.org/drawingml/2006/main" noGrp="1"/>
          </p:cNvSpPr>
          <p:nvPr/>
        </p:nvSpPr>
        <p:spPr>
          <a:xfrm xmlns:a="http://schemas.openxmlformats.org/drawingml/2006/main">
            <a:off x="2381250" y="2143125"/>
            <a:ext cx="457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CAD6E2"/>
                </a:solidFill>
              </a:defRPr>
            </a:defPPr>
            <a:lvl1pPr>
              <a:defRPr sz="2400" b="1">
                <a:solidFill>
                  <a:srgbClr val="CAD6E2"/>
                </a:solidFill>
              </a:defRPr>
            </a:lvl1pPr>
            <a:lvl2pPr>
              <a:defRPr sz="2400" b="1">
                <a:solidFill>
                  <a:srgbClr val="CAD6E2"/>
                </a:solidFill>
              </a:defRPr>
            </a:lvl2pPr>
            <a:lvl3pPr>
              <a:defRPr sz="2400" b="1">
                <a:solidFill>
                  <a:srgbClr val="CAD6E2"/>
                </a:solidFill>
              </a:defRPr>
            </a:lvl3pPr>
            <a:lvl4pPr>
              <a:defRPr sz="2400" b="1">
                <a:solidFill>
                  <a:srgbClr val="CAD6E2"/>
                </a:solidFill>
              </a:defRPr>
            </a:lvl4pPr>
            <a:lvl5pPr>
              <a:defRPr sz="2400" b="1">
                <a:solidFill>
                  <a:srgbClr val="CAD6E2"/>
                </a:solidFill>
              </a:defRPr>
            </a:lvl5pPr>
            <a:lvl6pPr>
              <a:defRPr sz="2400" b="1">
                <a:solidFill>
                  <a:srgbClr val="CAD6E2"/>
                </a:solidFill>
              </a:defRPr>
            </a:lvl6pPr>
            <a:lvl7pPr>
              <a:defRPr sz="2400" b="1">
                <a:solidFill>
                  <a:srgbClr val="CAD6E2"/>
                </a:solidFill>
              </a:defRPr>
            </a:lvl7pPr>
            <a:lvl8pPr>
              <a:defRPr sz="2400" b="1">
                <a:solidFill>
                  <a:srgbClr val="CAD6E2"/>
                </a:solidFill>
              </a:defRPr>
            </a:lvl8pPr>
            <a:lvl9pPr>
              <a:defRPr sz="2400" b="1">
                <a:solidFill>
                  <a:srgbClr val="CAD6E2"/>
                </a:solidFill>
              </a:defRPr>
            </a:lvl9pPr>
          </a:lstStyle>
          <a:p xmlns:a="http://schemas.openxmlformats.org/drawingml/2006/main">
            <a:pPr>
              <a:defRPr sz="2400" b="1">
                <a:solidFill>
                  <a:srgbClr val="CAD6E2"/>
                </a:solidFill>
              </a:defRPr>
            </a:pPr>
            <a:r>
              <a:rPr sz="2400" b="1">
                <a:solidFill>
                  <a:srgbClr val="CAD6E2"/>
                </a:solidFill>
              </a:rPr>
              <a:t>→</a:t>
            </a:r>
          </a:p>
        </p:txBody>
      </p:sp>
      <p:sp>
        <p:nvSpPr>
          <p:cNvPr id="11" name="">
            <a:extLst xmlns:a="http://schemas.openxmlformats.org/drawingml/2006/main">
              <a:ext uri="{FF2B5EF4-FFF2-40B4-BE49-F238E27FC236}">
                <a16:creationId xmlns:a16="http://schemas.microsoft.com/office/drawing/2014/main" id="{BC57EF04-EB5C-4AD7-9BDF-9873B2EB3BFE}"/>
              </a:ext>
            </a:extLst>
          </p:cNvPr>
          <p:cNvSpPr>
            <a:spLocks xmlns:a="http://schemas.openxmlformats.org/drawingml/2006/main" noGrp="1"/>
          </p:cNvSpPr>
          <p:nvPr/>
        </p:nvSpPr>
        <p:spPr>
          <a:xfrm xmlns:a="http://schemas.openxmlformats.org/drawingml/2006/main">
            <a:off x="2924175" y="2095500"/>
            <a:ext cx="533400" cy="533400"/>
          </a:xfrm>
          <a:prstGeom xmlns:a="http://schemas.openxmlformats.org/drawingml/2006/main" prst="roundRect">
            <a:avLst>
              <a:gd name="adj" fmla="val 21429"/>
            </a:avLst>
          </a:prstGeom>
          <a:solidFill xmlns:a="http://schemas.openxmlformats.org/drawingml/2006/main">
            <a:srgbClr val="4B9CD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94C6D3-A017-4157-935B-C78C340004F6}"/>
              </a:ext>
            </a:extLst>
          </p:cNvPr>
          <p:cNvSpPr>
            <a:spLocks xmlns:a="http://schemas.openxmlformats.org/drawingml/2006/main" noGrp="1"/>
          </p:cNvSpPr>
          <p:nvPr/>
        </p:nvSpPr>
        <p:spPr>
          <a:xfrm xmlns:a="http://schemas.openxmlformats.org/drawingml/2006/main">
            <a:off x="2924175" y="20955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FFFFF"/>
                </a:solidFill>
              </a:defRPr>
            </a:defPPr>
            <a:lvl1pPr>
              <a:defRPr sz="1875" b="1">
                <a:solidFill>
                  <a:srgbClr val="FFFFFF"/>
                </a:solidFill>
              </a:defRPr>
            </a:lvl1pPr>
            <a:lvl2pPr>
              <a:defRPr sz="1875" b="1">
                <a:solidFill>
                  <a:srgbClr val="FFFFFF"/>
                </a:solidFill>
              </a:defRPr>
            </a:lvl2pPr>
            <a:lvl3pPr>
              <a:defRPr sz="1875" b="1">
                <a:solidFill>
                  <a:srgbClr val="FFFFFF"/>
                </a:solidFill>
              </a:defRPr>
            </a:lvl3pPr>
            <a:lvl4pPr>
              <a:defRPr sz="1875" b="1">
                <a:solidFill>
                  <a:srgbClr val="FFFFFF"/>
                </a:solidFill>
              </a:defRPr>
            </a:lvl4pPr>
            <a:lvl5pPr>
              <a:defRPr sz="1875" b="1">
                <a:solidFill>
                  <a:srgbClr val="FFFFFF"/>
                </a:solidFill>
              </a:defRPr>
            </a:lvl5pPr>
            <a:lvl6pPr>
              <a:defRPr sz="1875" b="1">
                <a:solidFill>
                  <a:srgbClr val="FFFFFF"/>
                </a:solidFill>
              </a:defRPr>
            </a:lvl6pPr>
            <a:lvl7pPr>
              <a:defRPr sz="1875" b="1">
                <a:solidFill>
                  <a:srgbClr val="FFFFFF"/>
                </a:solidFill>
              </a:defRPr>
            </a:lvl7pPr>
            <a:lvl8pPr>
              <a:defRPr sz="1875" b="1">
                <a:solidFill>
                  <a:srgbClr val="FFFFFF"/>
                </a:solidFill>
              </a:defRPr>
            </a:lvl8pPr>
            <a:lvl9pPr>
              <a:defRPr sz="1875" b="1">
                <a:solidFill>
                  <a:srgbClr val="FFFFFF"/>
                </a:solidFill>
              </a:defRPr>
            </a:lvl9pPr>
          </a:lstStyle>
          <a:p xmlns:a="http://schemas.openxmlformats.org/drawingml/2006/main">
            <a:pPr>
              <a:defRPr sz="1875" b="1">
                <a:solidFill>
                  <a:srgbClr val="FFFFFF"/>
                </a:solidFill>
              </a:defRPr>
            </a:pPr>
            <a:r>
              <a:rPr sz="1875" b="1">
                <a:solidFill>
                  <a:srgbClr val="FFFFFF"/>
                </a:solidFill>
              </a:rPr>
              <a:t>2</a:t>
            </a:r>
          </a:p>
        </p:txBody>
      </p:sp>
      <p:sp>
        <p:nvSpPr>
          <p:cNvPr id="13" name="">
            <a:extLst xmlns:a="http://schemas.openxmlformats.org/drawingml/2006/main">
              <a:ext uri="{FF2B5EF4-FFF2-40B4-BE49-F238E27FC236}">
                <a16:creationId xmlns:a16="http://schemas.microsoft.com/office/drawing/2014/main" id="{09031B80-F2BE-48A6-B2D2-AC5B7DC9DBD4}"/>
              </a:ext>
            </a:extLst>
          </p:cNvPr>
          <p:cNvSpPr>
            <a:spLocks xmlns:a="http://schemas.openxmlformats.org/drawingml/2006/main" noGrp="1"/>
          </p:cNvSpPr>
          <p:nvPr/>
        </p:nvSpPr>
        <p:spPr>
          <a:xfrm xmlns:a="http://schemas.openxmlformats.org/drawingml/2006/main">
            <a:off x="2924175" y="28956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3294B"/>
                </a:solidFill>
              </a:defRPr>
            </a:defPPr>
            <a:lvl1pPr>
              <a:defRPr sz="1725" b="1">
                <a:solidFill>
                  <a:srgbClr val="13294B"/>
                </a:solidFill>
              </a:defRPr>
            </a:lvl1pPr>
            <a:lvl2pPr>
              <a:defRPr sz="1725" b="1">
                <a:solidFill>
                  <a:srgbClr val="13294B"/>
                </a:solidFill>
              </a:defRPr>
            </a:lvl2pPr>
            <a:lvl3pPr>
              <a:defRPr sz="1725" b="1">
                <a:solidFill>
                  <a:srgbClr val="13294B"/>
                </a:solidFill>
              </a:defRPr>
            </a:lvl3pPr>
            <a:lvl4pPr>
              <a:defRPr sz="1725" b="1">
                <a:solidFill>
                  <a:srgbClr val="13294B"/>
                </a:solidFill>
              </a:defRPr>
            </a:lvl4pPr>
            <a:lvl5pPr>
              <a:defRPr sz="1725" b="1">
                <a:solidFill>
                  <a:srgbClr val="13294B"/>
                </a:solidFill>
              </a:defRPr>
            </a:lvl5pPr>
            <a:lvl6pPr>
              <a:defRPr sz="1725" b="1">
                <a:solidFill>
                  <a:srgbClr val="13294B"/>
                </a:solidFill>
              </a:defRPr>
            </a:lvl6pPr>
            <a:lvl7pPr>
              <a:defRPr sz="1725" b="1">
                <a:solidFill>
                  <a:srgbClr val="13294B"/>
                </a:solidFill>
              </a:defRPr>
            </a:lvl7pPr>
            <a:lvl8pPr>
              <a:defRPr sz="1725" b="1">
                <a:solidFill>
                  <a:srgbClr val="13294B"/>
                </a:solidFill>
              </a:defRPr>
            </a:lvl8pPr>
            <a:lvl9pPr>
              <a:defRPr sz="1725" b="1">
                <a:solidFill>
                  <a:srgbClr val="13294B"/>
                </a:solidFill>
              </a:defRPr>
            </a:lvl9pPr>
          </a:lstStyle>
          <a:p xmlns:a="http://schemas.openxmlformats.org/drawingml/2006/main">
            <a:pPr>
              <a:defRPr sz="1725" b="1">
                <a:solidFill>
                  <a:srgbClr val="13294B"/>
                </a:solidFill>
              </a:defRPr>
            </a:pPr>
            <a:r>
              <a:rPr sz="1725" b="1">
                <a:solidFill>
                  <a:srgbClr val="13294B"/>
                </a:solidFill>
              </a:rPr>
              <a:t>Reduce colors</a:t>
            </a:r>
          </a:p>
        </p:txBody>
      </p:sp>
      <p:sp>
        <p:nvSpPr>
          <p:cNvPr id="14" name="">
            <a:extLst xmlns:a="http://schemas.openxmlformats.org/drawingml/2006/main">
              <a:ext uri="{FF2B5EF4-FFF2-40B4-BE49-F238E27FC236}">
                <a16:creationId xmlns:a16="http://schemas.microsoft.com/office/drawing/2014/main" id="{A0AFF73D-3FF6-4F48-9653-E64698F24026}"/>
              </a:ext>
            </a:extLst>
          </p:cNvPr>
          <p:cNvSpPr>
            <a:spLocks xmlns:a="http://schemas.openxmlformats.org/drawingml/2006/main" noGrp="1"/>
          </p:cNvSpPr>
          <p:nvPr/>
        </p:nvSpPr>
        <p:spPr>
          <a:xfrm xmlns:a="http://schemas.openxmlformats.org/drawingml/2006/main">
            <a:off x="2924175" y="3333750"/>
            <a:ext cx="1695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material candidates</a:t>
            </a:r>
          </a:p>
        </p:txBody>
      </p:sp>
      <p:sp>
        <p:nvSpPr>
          <p:cNvPr id="15" name="">
            <a:extLst xmlns:a="http://schemas.openxmlformats.org/drawingml/2006/main">
              <a:ext uri="{FF2B5EF4-FFF2-40B4-BE49-F238E27FC236}">
                <a16:creationId xmlns:a16="http://schemas.microsoft.com/office/drawing/2014/main" id="{3DC53237-363E-415B-9D5C-33AAC6F1888C}"/>
              </a:ext>
            </a:extLst>
          </p:cNvPr>
          <p:cNvSpPr>
            <a:spLocks xmlns:a="http://schemas.openxmlformats.org/drawingml/2006/main" noGrp="1"/>
          </p:cNvSpPr>
          <p:nvPr/>
        </p:nvSpPr>
        <p:spPr>
          <a:xfrm xmlns:a="http://schemas.openxmlformats.org/drawingml/2006/main">
            <a:off x="4619625" y="2143125"/>
            <a:ext cx="457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CAD6E2"/>
                </a:solidFill>
              </a:defRPr>
            </a:defPPr>
            <a:lvl1pPr>
              <a:defRPr sz="2400" b="1">
                <a:solidFill>
                  <a:srgbClr val="CAD6E2"/>
                </a:solidFill>
              </a:defRPr>
            </a:lvl1pPr>
            <a:lvl2pPr>
              <a:defRPr sz="2400" b="1">
                <a:solidFill>
                  <a:srgbClr val="CAD6E2"/>
                </a:solidFill>
              </a:defRPr>
            </a:lvl2pPr>
            <a:lvl3pPr>
              <a:defRPr sz="2400" b="1">
                <a:solidFill>
                  <a:srgbClr val="CAD6E2"/>
                </a:solidFill>
              </a:defRPr>
            </a:lvl3pPr>
            <a:lvl4pPr>
              <a:defRPr sz="2400" b="1">
                <a:solidFill>
                  <a:srgbClr val="CAD6E2"/>
                </a:solidFill>
              </a:defRPr>
            </a:lvl4pPr>
            <a:lvl5pPr>
              <a:defRPr sz="2400" b="1">
                <a:solidFill>
                  <a:srgbClr val="CAD6E2"/>
                </a:solidFill>
              </a:defRPr>
            </a:lvl5pPr>
            <a:lvl6pPr>
              <a:defRPr sz="2400" b="1">
                <a:solidFill>
                  <a:srgbClr val="CAD6E2"/>
                </a:solidFill>
              </a:defRPr>
            </a:lvl6pPr>
            <a:lvl7pPr>
              <a:defRPr sz="2400" b="1">
                <a:solidFill>
                  <a:srgbClr val="CAD6E2"/>
                </a:solidFill>
              </a:defRPr>
            </a:lvl7pPr>
            <a:lvl8pPr>
              <a:defRPr sz="2400" b="1">
                <a:solidFill>
                  <a:srgbClr val="CAD6E2"/>
                </a:solidFill>
              </a:defRPr>
            </a:lvl8pPr>
            <a:lvl9pPr>
              <a:defRPr sz="2400" b="1">
                <a:solidFill>
                  <a:srgbClr val="CAD6E2"/>
                </a:solidFill>
              </a:defRPr>
            </a:lvl9pPr>
          </a:lstStyle>
          <a:p xmlns:a="http://schemas.openxmlformats.org/drawingml/2006/main">
            <a:pPr>
              <a:defRPr sz="2400" b="1">
                <a:solidFill>
                  <a:srgbClr val="CAD6E2"/>
                </a:solidFill>
              </a:defRPr>
            </a:pPr>
            <a:r>
              <a:rPr sz="2400" b="1">
                <a:solidFill>
                  <a:srgbClr val="CAD6E2"/>
                </a:solidFill>
              </a:rPr>
              <a:t>→</a:t>
            </a:r>
          </a:p>
        </p:txBody>
      </p:sp>
      <p:sp>
        <p:nvSpPr>
          <p:cNvPr id="16" name="">
            <a:extLst xmlns:a="http://schemas.openxmlformats.org/drawingml/2006/main">
              <a:ext uri="{FF2B5EF4-FFF2-40B4-BE49-F238E27FC236}">
                <a16:creationId xmlns:a16="http://schemas.microsoft.com/office/drawing/2014/main" id="{C33EFB7E-C22B-4D74-8227-417035414992}"/>
              </a:ext>
            </a:extLst>
          </p:cNvPr>
          <p:cNvSpPr>
            <a:spLocks xmlns:a="http://schemas.openxmlformats.org/drawingml/2006/main" noGrp="1"/>
          </p:cNvSpPr>
          <p:nvPr/>
        </p:nvSpPr>
        <p:spPr>
          <a:xfrm xmlns:a="http://schemas.openxmlformats.org/drawingml/2006/main">
            <a:off x="5162550" y="2095500"/>
            <a:ext cx="533400" cy="533400"/>
          </a:xfrm>
          <a:prstGeom xmlns:a="http://schemas.openxmlformats.org/drawingml/2006/main" prst="roundRect">
            <a:avLst>
              <a:gd name="adj" fmla="val 21429"/>
            </a:avLst>
          </a:prstGeom>
          <a:solidFill xmlns:a="http://schemas.openxmlformats.org/drawingml/2006/main">
            <a:srgbClr val="4B9C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694CA33-E24A-4CCC-BD9E-A30E8A3BDF8A}"/>
              </a:ext>
            </a:extLst>
          </p:cNvPr>
          <p:cNvSpPr>
            <a:spLocks xmlns:a="http://schemas.openxmlformats.org/drawingml/2006/main" noGrp="1"/>
          </p:cNvSpPr>
          <p:nvPr/>
        </p:nvSpPr>
        <p:spPr>
          <a:xfrm xmlns:a="http://schemas.openxmlformats.org/drawingml/2006/main">
            <a:off x="5162550" y="20955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FFFFF"/>
                </a:solidFill>
              </a:defRPr>
            </a:defPPr>
            <a:lvl1pPr>
              <a:defRPr sz="1875" b="1">
                <a:solidFill>
                  <a:srgbClr val="FFFFFF"/>
                </a:solidFill>
              </a:defRPr>
            </a:lvl1pPr>
            <a:lvl2pPr>
              <a:defRPr sz="1875" b="1">
                <a:solidFill>
                  <a:srgbClr val="FFFFFF"/>
                </a:solidFill>
              </a:defRPr>
            </a:lvl2pPr>
            <a:lvl3pPr>
              <a:defRPr sz="1875" b="1">
                <a:solidFill>
                  <a:srgbClr val="FFFFFF"/>
                </a:solidFill>
              </a:defRPr>
            </a:lvl3pPr>
            <a:lvl4pPr>
              <a:defRPr sz="1875" b="1">
                <a:solidFill>
                  <a:srgbClr val="FFFFFF"/>
                </a:solidFill>
              </a:defRPr>
            </a:lvl4pPr>
            <a:lvl5pPr>
              <a:defRPr sz="1875" b="1">
                <a:solidFill>
                  <a:srgbClr val="FFFFFF"/>
                </a:solidFill>
              </a:defRPr>
            </a:lvl5pPr>
            <a:lvl6pPr>
              <a:defRPr sz="1875" b="1">
                <a:solidFill>
                  <a:srgbClr val="FFFFFF"/>
                </a:solidFill>
              </a:defRPr>
            </a:lvl6pPr>
            <a:lvl7pPr>
              <a:defRPr sz="1875" b="1">
                <a:solidFill>
                  <a:srgbClr val="FFFFFF"/>
                </a:solidFill>
              </a:defRPr>
            </a:lvl7pPr>
            <a:lvl8pPr>
              <a:defRPr sz="1875" b="1">
                <a:solidFill>
                  <a:srgbClr val="FFFFFF"/>
                </a:solidFill>
              </a:defRPr>
            </a:lvl8pPr>
            <a:lvl9pPr>
              <a:defRPr sz="1875" b="1">
                <a:solidFill>
                  <a:srgbClr val="FFFFFF"/>
                </a:solidFill>
              </a:defRPr>
            </a:lvl9pPr>
          </a:lstStyle>
          <a:p xmlns:a="http://schemas.openxmlformats.org/drawingml/2006/main">
            <a:pPr>
              <a:defRPr sz="1875" b="1">
                <a:solidFill>
                  <a:srgbClr val="FFFFFF"/>
                </a:solidFill>
              </a:defRPr>
            </a:pPr>
            <a:r>
              <a:rPr sz="1875" b="1">
                <a:solidFill>
                  <a:srgbClr val="FFFFFF"/>
                </a:solidFill>
              </a:rPr>
              <a:t>3</a:t>
            </a:r>
          </a:p>
        </p:txBody>
      </p:sp>
      <p:sp>
        <p:nvSpPr>
          <p:cNvPr id="18" name="">
            <a:extLst xmlns:a="http://schemas.openxmlformats.org/drawingml/2006/main">
              <a:ext uri="{FF2B5EF4-FFF2-40B4-BE49-F238E27FC236}">
                <a16:creationId xmlns:a16="http://schemas.microsoft.com/office/drawing/2014/main" id="{3C18B6B5-182D-4728-80E7-6DEF1450DE93}"/>
              </a:ext>
            </a:extLst>
          </p:cNvPr>
          <p:cNvSpPr>
            <a:spLocks xmlns:a="http://schemas.openxmlformats.org/drawingml/2006/main" noGrp="1"/>
          </p:cNvSpPr>
          <p:nvPr/>
        </p:nvSpPr>
        <p:spPr>
          <a:xfrm xmlns:a="http://schemas.openxmlformats.org/drawingml/2006/main">
            <a:off x="5162550" y="28956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3294B"/>
                </a:solidFill>
              </a:defRPr>
            </a:defPPr>
            <a:lvl1pPr>
              <a:defRPr sz="1725" b="1">
                <a:solidFill>
                  <a:srgbClr val="13294B"/>
                </a:solidFill>
              </a:defRPr>
            </a:lvl1pPr>
            <a:lvl2pPr>
              <a:defRPr sz="1725" b="1">
                <a:solidFill>
                  <a:srgbClr val="13294B"/>
                </a:solidFill>
              </a:defRPr>
            </a:lvl2pPr>
            <a:lvl3pPr>
              <a:defRPr sz="1725" b="1">
                <a:solidFill>
                  <a:srgbClr val="13294B"/>
                </a:solidFill>
              </a:defRPr>
            </a:lvl3pPr>
            <a:lvl4pPr>
              <a:defRPr sz="1725" b="1">
                <a:solidFill>
                  <a:srgbClr val="13294B"/>
                </a:solidFill>
              </a:defRPr>
            </a:lvl4pPr>
            <a:lvl5pPr>
              <a:defRPr sz="1725" b="1">
                <a:solidFill>
                  <a:srgbClr val="13294B"/>
                </a:solidFill>
              </a:defRPr>
            </a:lvl5pPr>
            <a:lvl6pPr>
              <a:defRPr sz="1725" b="1">
                <a:solidFill>
                  <a:srgbClr val="13294B"/>
                </a:solidFill>
              </a:defRPr>
            </a:lvl6pPr>
            <a:lvl7pPr>
              <a:defRPr sz="1725" b="1">
                <a:solidFill>
                  <a:srgbClr val="13294B"/>
                </a:solidFill>
              </a:defRPr>
            </a:lvl7pPr>
            <a:lvl8pPr>
              <a:defRPr sz="1725" b="1">
                <a:solidFill>
                  <a:srgbClr val="13294B"/>
                </a:solidFill>
              </a:defRPr>
            </a:lvl8pPr>
            <a:lvl9pPr>
              <a:defRPr sz="1725" b="1">
                <a:solidFill>
                  <a:srgbClr val="13294B"/>
                </a:solidFill>
              </a:defRPr>
            </a:lvl9pPr>
          </a:lstStyle>
          <a:p xmlns:a="http://schemas.openxmlformats.org/drawingml/2006/main">
            <a:pPr>
              <a:defRPr sz="1725" b="1">
                <a:solidFill>
                  <a:srgbClr val="13294B"/>
                </a:solidFill>
              </a:defRPr>
            </a:pPr>
            <a:r>
              <a:rPr sz="1725" b="1">
                <a:solidFill>
                  <a:srgbClr val="13294B"/>
                </a:solidFill>
              </a:rPr>
              <a:t>Trace</a:t>
            </a:r>
          </a:p>
        </p:txBody>
      </p:sp>
      <p:sp>
        <p:nvSpPr>
          <p:cNvPr id="19" name="">
            <a:extLst xmlns:a="http://schemas.openxmlformats.org/drawingml/2006/main">
              <a:ext uri="{FF2B5EF4-FFF2-40B4-BE49-F238E27FC236}">
                <a16:creationId xmlns:a16="http://schemas.microsoft.com/office/drawing/2014/main" id="{5A22ADF7-C59F-41CC-99DC-F7CB30B97606}"/>
              </a:ext>
            </a:extLst>
          </p:cNvPr>
          <p:cNvSpPr>
            <a:spLocks xmlns:a="http://schemas.openxmlformats.org/drawingml/2006/main" noGrp="1"/>
          </p:cNvSpPr>
          <p:nvPr/>
        </p:nvSpPr>
        <p:spPr>
          <a:xfrm xmlns:a="http://schemas.openxmlformats.org/drawingml/2006/main">
            <a:off x="5162550" y="3333750"/>
            <a:ext cx="1695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closed SVG paths</a:t>
            </a:r>
          </a:p>
        </p:txBody>
      </p:sp>
      <p:sp>
        <p:nvSpPr>
          <p:cNvPr id="20" name="">
            <a:extLst xmlns:a="http://schemas.openxmlformats.org/drawingml/2006/main">
              <a:ext uri="{FF2B5EF4-FFF2-40B4-BE49-F238E27FC236}">
                <a16:creationId xmlns:a16="http://schemas.microsoft.com/office/drawing/2014/main" id="{CFB59318-1B30-4502-9EC7-0351DD79D5B9}"/>
              </a:ext>
            </a:extLst>
          </p:cNvPr>
          <p:cNvSpPr>
            <a:spLocks xmlns:a="http://schemas.openxmlformats.org/drawingml/2006/main" noGrp="1"/>
          </p:cNvSpPr>
          <p:nvPr/>
        </p:nvSpPr>
        <p:spPr>
          <a:xfrm xmlns:a="http://schemas.openxmlformats.org/drawingml/2006/main">
            <a:off x="6858000" y="2143125"/>
            <a:ext cx="457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CAD6E2"/>
                </a:solidFill>
              </a:defRPr>
            </a:defPPr>
            <a:lvl1pPr>
              <a:defRPr sz="2400" b="1">
                <a:solidFill>
                  <a:srgbClr val="CAD6E2"/>
                </a:solidFill>
              </a:defRPr>
            </a:lvl1pPr>
            <a:lvl2pPr>
              <a:defRPr sz="2400" b="1">
                <a:solidFill>
                  <a:srgbClr val="CAD6E2"/>
                </a:solidFill>
              </a:defRPr>
            </a:lvl2pPr>
            <a:lvl3pPr>
              <a:defRPr sz="2400" b="1">
                <a:solidFill>
                  <a:srgbClr val="CAD6E2"/>
                </a:solidFill>
              </a:defRPr>
            </a:lvl3pPr>
            <a:lvl4pPr>
              <a:defRPr sz="2400" b="1">
                <a:solidFill>
                  <a:srgbClr val="CAD6E2"/>
                </a:solidFill>
              </a:defRPr>
            </a:lvl4pPr>
            <a:lvl5pPr>
              <a:defRPr sz="2400" b="1">
                <a:solidFill>
                  <a:srgbClr val="CAD6E2"/>
                </a:solidFill>
              </a:defRPr>
            </a:lvl5pPr>
            <a:lvl6pPr>
              <a:defRPr sz="2400" b="1">
                <a:solidFill>
                  <a:srgbClr val="CAD6E2"/>
                </a:solidFill>
              </a:defRPr>
            </a:lvl6pPr>
            <a:lvl7pPr>
              <a:defRPr sz="2400" b="1">
                <a:solidFill>
                  <a:srgbClr val="CAD6E2"/>
                </a:solidFill>
              </a:defRPr>
            </a:lvl7pPr>
            <a:lvl8pPr>
              <a:defRPr sz="2400" b="1">
                <a:solidFill>
                  <a:srgbClr val="CAD6E2"/>
                </a:solidFill>
              </a:defRPr>
            </a:lvl8pPr>
            <a:lvl9pPr>
              <a:defRPr sz="2400" b="1">
                <a:solidFill>
                  <a:srgbClr val="CAD6E2"/>
                </a:solidFill>
              </a:defRPr>
            </a:lvl9pPr>
          </a:lstStyle>
          <a:p xmlns:a="http://schemas.openxmlformats.org/drawingml/2006/main">
            <a:pPr>
              <a:defRPr sz="2400" b="1">
                <a:solidFill>
                  <a:srgbClr val="CAD6E2"/>
                </a:solidFill>
              </a:defRPr>
            </a:pPr>
            <a:r>
              <a:rPr sz="2400" b="1">
                <a:solidFill>
                  <a:srgbClr val="CAD6E2"/>
                </a:solidFill>
              </a:rPr>
              <a:t>→</a:t>
            </a:r>
          </a:p>
        </p:txBody>
      </p:sp>
      <p:sp>
        <p:nvSpPr>
          <p:cNvPr id="21" name="">
            <a:extLst xmlns:a="http://schemas.openxmlformats.org/drawingml/2006/main">
              <a:ext uri="{FF2B5EF4-FFF2-40B4-BE49-F238E27FC236}">
                <a16:creationId xmlns:a16="http://schemas.microsoft.com/office/drawing/2014/main" id="{DB3E14A8-EF8D-4348-A839-E3451076F624}"/>
              </a:ext>
            </a:extLst>
          </p:cNvPr>
          <p:cNvSpPr>
            <a:spLocks xmlns:a="http://schemas.openxmlformats.org/drawingml/2006/main" noGrp="1"/>
          </p:cNvSpPr>
          <p:nvPr/>
        </p:nvSpPr>
        <p:spPr>
          <a:xfrm xmlns:a="http://schemas.openxmlformats.org/drawingml/2006/main">
            <a:off x="7400925" y="2095500"/>
            <a:ext cx="533400" cy="533400"/>
          </a:xfrm>
          <a:prstGeom xmlns:a="http://schemas.openxmlformats.org/drawingml/2006/main" prst="roundRect">
            <a:avLst>
              <a:gd name="adj" fmla="val 21429"/>
            </a:avLst>
          </a:prstGeom>
          <a:solidFill xmlns:a="http://schemas.openxmlformats.org/drawingml/2006/main">
            <a:srgbClr val="4B9CD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49EC3B7-F783-4D2E-AA93-088A342D696E}"/>
              </a:ext>
            </a:extLst>
          </p:cNvPr>
          <p:cNvSpPr>
            <a:spLocks xmlns:a="http://schemas.openxmlformats.org/drawingml/2006/main" noGrp="1"/>
          </p:cNvSpPr>
          <p:nvPr/>
        </p:nvSpPr>
        <p:spPr>
          <a:xfrm xmlns:a="http://schemas.openxmlformats.org/drawingml/2006/main">
            <a:off x="7400925" y="20955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FFFFF"/>
                </a:solidFill>
              </a:defRPr>
            </a:defPPr>
            <a:lvl1pPr>
              <a:defRPr sz="1875" b="1">
                <a:solidFill>
                  <a:srgbClr val="FFFFFF"/>
                </a:solidFill>
              </a:defRPr>
            </a:lvl1pPr>
            <a:lvl2pPr>
              <a:defRPr sz="1875" b="1">
                <a:solidFill>
                  <a:srgbClr val="FFFFFF"/>
                </a:solidFill>
              </a:defRPr>
            </a:lvl2pPr>
            <a:lvl3pPr>
              <a:defRPr sz="1875" b="1">
                <a:solidFill>
                  <a:srgbClr val="FFFFFF"/>
                </a:solidFill>
              </a:defRPr>
            </a:lvl3pPr>
            <a:lvl4pPr>
              <a:defRPr sz="1875" b="1">
                <a:solidFill>
                  <a:srgbClr val="FFFFFF"/>
                </a:solidFill>
              </a:defRPr>
            </a:lvl4pPr>
            <a:lvl5pPr>
              <a:defRPr sz="1875" b="1">
                <a:solidFill>
                  <a:srgbClr val="FFFFFF"/>
                </a:solidFill>
              </a:defRPr>
            </a:lvl5pPr>
            <a:lvl6pPr>
              <a:defRPr sz="1875" b="1">
                <a:solidFill>
                  <a:srgbClr val="FFFFFF"/>
                </a:solidFill>
              </a:defRPr>
            </a:lvl6pPr>
            <a:lvl7pPr>
              <a:defRPr sz="1875" b="1">
                <a:solidFill>
                  <a:srgbClr val="FFFFFF"/>
                </a:solidFill>
              </a:defRPr>
            </a:lvl7pPr>
            <a:lvl8pPr>
              <a:defRPr sz="1875" b="1">
                <a:solidFill>
                  <a:srgbClr val="FFFFFF"/>
                </a:solidFill>
              </a:defRPr>
            </a:lvl8pPr>
            <a:lvl9pPr>
              <a:defRPr sz="1875" b="1">
                <a:solidFill>
                  <a:srgbClr val="FFFFFF"/>
                </a:solidFill>
              </a:defRPr>
            </a:lvl9pPr>
          </a:lstStyle>
          <a:p xmlns:a="http://schemas.openxmlformats.org/drawingml/2006/main">
            <a:pPr>
              <a:defRPr sz="1875" b="1">
                <a:solidFill>
                  <a:srgbClr val="FFFFFF"/>
                </a:solidFill>
              </a:defRPr>
            </a:pPr>
            <a:r>
              <a:rPr sz="1875" b="1">
                <a:solidFill>
                  <a:srgbClr val="FFFFFF"/>
                </a:solidFill>
              </a:rPr>
              <a:t>4</a:t>
            </a:r>
          </a:p>
        </p:txBody>
      </p:sp>
      <p:sp>
        <p:nvSpPr>
          <p:cNvPr id="23" name="">
            <a:extLst xmlns:a="http://schemas.openxmlformats.org/drawingml/2006/main">
              <a:ext uri="{FF2B5EF4-FFF2-40B4-BE49-F238E27FC236}">
                <a16:creationId xmlns:a16="http://schemas.microsoft.com/office/drawing/2014/main" id="{D769F744-53A8-4DF6-B378-F286F927251F}"/>
              </a:ext>
            </a:extLst>
          </p:cNvPr>
          <p:cNvSpPr>
            <a:spLocks xmlns:a="http://schemas.openxmlformats.org/drawingml/2006/main" noGrp="1"/>
          </p:cNvSpPr>
          <p:nvPr/>
        </p:nvSpPr>
        <p:spPr>
          <a:xfrm xmlns:a="http://schemas.openxmlformats.org/drawingml/2006/main">
            <a:off x="7400925" y="28956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3294B"/>
                </a:solidFill>
              </a:defRPr>
            </a:defPPr>
            <a:lvl1pPr>
              <a:defRPr sz="1725" b="1">
                <a:solidFill>
                  <a:srgbClr val="13294B"/>
                </a:solidFill>
              </a:defRPr>
            </a:lvl1pPr>
            <a:lvl2pPr>
              <a:defRPr sz="1725" b="1">
                <a:solidFill>
                  <a:srgbClr val="13294B"/>
                </a:solidFill>
              </a:defRPr>
            </a:lvl2pPr>
            <a:lvl3pPr>
              <a:defRPr sz="1725" b="1">
                <a:solidFill>
                  <a:srgbClr val="13294B"/>
                </a:solidFill>
              </a:defRPr>
            </a:lvl3pPr>
            <a:lvl4pPr>
              <a:defRPr sz="1725" b="1">
                <a:solidFill>
                  <a:srgbClr val="13294B"/>
                </a:solidFill>
              </a:defRPr>
            </a:lvl4pPr>
            <a:lvl5pPr>
              <a:defRPr sz="1725" b="1">
                <a:solidFill>
                  <a:srgbClr val="13294B"/>
                </a:solidFill>
              </a:defRPr>
            </a:lvl5pPr>
            <a:lvl6pPr>
              <a:defRPr sz="1725" b="1">
                <a:solidFill>
                  <a:srgbClr val="13294B"/>
                </a:solidFill>
              </a:defRPr>
            </a:lvl6pPr>
            <a:lvl7pPr>
              <a:defRPr sz="1725" b="1">
                <a:solidFill>
                  <a:srgbClr val="13294B"/>
                </a:solidFill>
              </a:defRPr>
            </a:lvl7pPr>
            <a:lvl8pPr>
              <a:defRPr sz="1725" b="1">
                <a:solidFill>
                  <a:srgbClr val="13294B"/>
                </a:solidFill>
              </a:defRPr>
            </a:lvl8pPr>
            <a:lvl9pPr>
              <a:defRPr sz="1725" b="1">
                <a:solidFill>
                  <a:srgbClr val="13294B"/>
                </a:solidFill>
              </a:defRPr>
            </a:lvl9pPr>
          </a:lstStyle>
          <a:p xmlns:a="http://schemas.openxmlformats.org/drawingml/2006/main">
            <a:pPr>
              <a:defRPr sz="1725" b="1">
                <a:solidFill>
                  <a:srgbClr val="13294B"/>
                </a:solidFill>
              </a:defRPr>
            </a:pPr>
            <a:r>
              <a:rPr sz="1725" b="1">
                <a:solidFill>
                  <a:srgbClr val="13294B"/>
                </a:solidFill>
              </a:rPr>
              <a:t>Review</a:t>
            </a:r>
          </a:p>
        </p:txBody>
      </p:sp>
      <p:sp>
        <p:nvSpPr>
          <p:cNvPr id="24" name="">
            <a:extLst xmlns:a="http://schemas.openxmlformats.org/drawingml/2006/main">
              <a:ext uri="{FF2B5EF4-FFF2-40B4-BE49-F238E27FC236}">
                <a16:creationId xmlns:a16="http://schemas.microsoft.com/office/drawing/2014/main" id="{ED4B63BD-F842-4F44-9453-982E4E108654}"/>
              </a:ext>
            </a:extLst>
          </p:cNvPr>
          <p:cNvSpPr>
            <a:spLocks xmlns:a="http://schemas.openxmlformats.org/drawingml/2006/main" noGrp="1"/>
          </p:cNvSpPr>
          <p:nvPr/>
        </p:nvSpPr>
        <p:spPr>
          <a:xfrm xmlns:a="http://schemas.openxmlformats.org/drawingml/2006/main">
            <a:off x="7400925" y="3333750"/>
            <a:ext cx="1695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topology + scale</a:t>
            </a:r>
          </a:p>
        </p:txBody>
      </p:sp>
      <p:sp>
        <p:nvSpPr>
          <p:cNvPr id="25" name="">
            <a:extLst xmlns:a="http://schemas.openxmlformats.org/drawingml/2006/main">
              <a:ext uri="{FF2B5EF4-FFF2-40B4-BE49-F238E27FC236}">
                <a16:creationId xmlns:a16="http://schemas.microsoft.com/office/drawing/2014/main" id="{7CF0EBBE-DC07-46BE-ADD1-4427AAB9F575}"/>
              </a:ext>
            </a:extLst>
          </p:cNvPr>
          <p:cNvSpPr>
            <a:spLocks xmlns:a="http://schemas.openxmlformats.org/drawingml/2006/main" noGrp="1"/>
          </p:cNvSpPr>
          <p:nvPr/>
        </p:nvSpPr>
        <p:spPr>
          <a:xfrm xmlns:a="http://schemas.openxmlformats.org/drawingml/2006/main">
            <a:off x="9096375" y="2143125"/>
            <a:ext cx="457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CAD6E2"/>
                </a:solidFill>
              </a:defRPr>
            </a:defPPr>
            <a:lvl1pPr>
              <a:defRPr sz="2400" b="1">
                <a:solidFill>
                  <a:srgbClr val="CAD6E2"/>
                </a:solidFill>
              </a:defRPr>
            </a:lvl1pPr>
            <a:lvl2pPr>
              <a:defRPr sz="2400" b="1">
                <a:solidFill>
                  <a:srgbClr val="CAD6E2"/>
                </a:solidFill>
              </a:defRPr>
            </a:lvl2pPr>
            <a:lvl3pPr>
              <a:defRPr sz="2400" b="1">
                <a:solidFill>
                  <a:srgbClr val="CAD6E2"/>
                </a:solidFill>
              </a:defRPr>
            </a:lvl3pPr>
            <a:lvl4pPr>
              <a:defRPr sz="2400" b="1">
                <a:solidFill>
                  <a:srgbClr val="CAD6E2"/>
                </a:solidFill>
              </a:defRPr>
            </a:lvl4pPr>
            <a:lvl5pPr>
              <a:defRPr sz="2400" b="1">
                <a:solidFill>
                  <a:srgbClr val="CAD6E2"/>
                </a:solidFill>
              </a:defRPr>
            </a:lvl5pPr>
            <a:lvl6pPr>
              <a:defRPr sz="2400" b="1">
                <a:solidFill>
                  <a:srgbClr val="CAD6E2"/>
                </a:solidFill>
              </a:defRPr>
            </a:lvl6pPr>
            <a:lvl7pPr>
              <a:defRPr sz="2400" b="1">
                <a:solidFill>
                  <a:srgbClr val="CAD6E2"/>
                </a:solidFill>
              </a:defRPr>
            </a:lvl7pPr>
            <a:lvl8pPr>
              <a:defRPr sz="2400" b="1">
                <a:solidFill>
                  <a:srgbClr val="CAD6E2"/>
                </a:solidFill>
              </a:defRPr>
            </a:lvl8pPr>
            <a:lvl9pPr>
              <a:defRPr sz="2400" b="1">
                <a:solidFill>
                  <a:srgbClr val="CAD6E2"/>
                </a:solidFill>
              </a:defRPr>
            </a:lvl9pPr>
          </a:lstStyle>
          <a:p xmlns:a="http://schemas.openxmlformats.org/drawingml/2006/main">
            <a:pPr>
              <a:defRPr sz="2400" b="1">
                <a:solidFill>
                  <a:srgbClr val="CAD6E2"/>
                </a:solidFill>
              </a:defRPr>
            </a:pPr>
            <a:r>
              <a:rPr sz="2400" b="1">
                <a:solidFill>
                  <a:srgbClr val="CAD6E2"/>
                </a:solidFill>
              </a:rPr>
              <a:t>→</a:t>
            </a:r>
          </a:p>
        </p:txBody>
      </p:sp>
      <p:sp>
        <p:nvSpPr>
          <p:cNvPr id="26" name="">
            <a:extLst xmlns:a="http://schemas.openxmlformats.org/drawingml/2006/main">
              <a:ext uri="{FF2B5EF4-FFF2-40B4-BE49-F238E27FC236}">
                <a16:creationId xmlns:a16="http://schemas.microsoft.com/office/drawing/2014/main" id="{DB05BAC2-E236-4051-8A1A-9CA078B610DB}"/>
              </a:ext>
            </a:extLst>
          </p:cNvPr>
          <p:cNvSpPr>
            <a:spLocks xmlns:a="http://schemas.openxmlformats.org/drawingml/2006/main" noGrp="1"/>
          </p:cNvSpPr>
          <p:nvPr/>
        </p:nvSpPr>
        <p:spPr>
          <a:xfrm xmlns:a="http://schemas.openxmlformats.org/drawingml/2006/main">
            <a:off x="9639300" y="2095500"/>
            <a:ext cx="533400" cy="533400"/>
          </a:xfrm>
          <a:prstGeom xmlns:a="http://schemas.openxmlformats.org/drawingml/2006/main" prst="roundRect">
            <a:avLst>
              <a:gd name="adj" fmla="val 21429"/>
            </a:avLst>
          </a:prstGeom>
          <a:solidFill xmlns:a="http://schemas.openxmlformats.org/drawingml/2006/main">
            <a:srgbClr val="4F7C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F6CAEAF-927A-4ACF-A6CC-367FD46CC827}"/>
              </a:ext>
            </a:extLst>
          </p:cNvPr>
          <p:cNvSpPr>
            <a:spLocks xmlns:a="http://schemas.openxmlformats.org/drawingml/2006/main" noGrp="1"/>
          </p:cNvSpPr>
          <p:nvPr/>
        </p:nvSpPr>
        <p:spPr>
          <a:xfrm xmlns:a="http://schemas.openxmlformats.org/drawingml/2006/main">
            <a:off x="9639300" y="20955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FFFFF"/>
                </a:solidFill>
              </a:defRPr>
            </a:defPPr>
            <a:lvl1pPr>
              <a:defRPr sz="1875" b="1">
                <a:solidFill>
                  <a:srgbClr val="FFFFFF"/>
                </a:solidFill>
              </a:defRPr>
            </a:lvl1pPr>
            <a:lvl2pPr>
              <a:defRPr sz="1875" b="1">
                <a:solidFill>
                  <a:srgbClr val="FFFFFF"/>
                </a:solidFill>
              </a:defRPr>
            </a:lvl2pPr>
            <a:lvl3pPr>
              <a:defRPr sz="1875" b="1">
                <a:solidFill>
                  <a:srgbClr val="FFFFFF"/>
                </a:solidFill>
              </a:defRPr>
            </a:lvl3pPr>
            <a:lvl4pPr>
              <a:defRPr sz="1875" b="1">
                <a:solidFill>
                  <a:srgbClr val="FFFFFF"/>
                </a:solidFill>
              </a:defRPr>
            </a:lvl4pPr>
            <a:lvl5pPr>
              <a:defRPr sz="1875" b="1">
                <a:solidFill>
                  <a:srgbClr val="FFFFFF"/>
                </a:solidFill>
              </a:defRPr>
            </a:lvl5pPr>
            <a:lvl6pPr>
              <a:defRPr sz="1875" b="1">
                <a:solidFill>
                  <a:srgbClr val="FFFFFF"/>
                </a:solidFill>
              </a:defRPr>
            </a:lvl6pPr>
            <a:lvl7pPr>
              <a:defRPr sz="1875" b="1">
                <a:solidFill>
                  <a:srgbClr val="FFFFFF"/>
                </a:solidFill>
              </a:defRPr>
            </a:lvl7pPr>
            <a:lvl8pPr>
              <a:defRPr sz="1875" b="1">
                <a:solidFill>
                  <a:srgbClr val="FFFFFF"/>
                </a:solidFill>
              </a:defRPr>
            </a:lvl8pPr>
            <a:lvl9pPr>
              <a:defRPr sz="1875" b="1">
                <a:solidFill>
                  <a:srgbClr val="FFFFFF"/>
                </a:solidFill>
              </a:defRPr>
            </a:lvl9pPr>
          </a:lstStyle>
          <a:p xmlns:a="http://schemas.openxmlformats.org/drawingml/2006/main">
            <a:pPr>
              <a:defRPr sz="1875" b="1">
                <a:solidFill>
                  <a:srgbClr val="FFFFFF"/>
                </a:solidFill>
              </a:defRPr>
            </a:pPr>
            <a:r>
              <a:rPr sz="1875" b="1">
                <a:solidFill>
                  <a:srgbClr val="FFFFFF"/>
                </a:solidFill>
              </a:rPr>
              <a:t>5</a:t>
            </a:r>
          </a:p>
        </p:txBody>
      </p:sp>
      <p:sp>
        <p:nvSpPr>
          <p:cNvPr id="28" name="">
            <a:extLst xmlns:a="http://schemas.openxmlformats.org/drawingml/2006/main">
              <a:ext uri="{FF2B5EF4-FFF2-40B4-BE49-F238E27FC236}">
                <a16:creationId xmlns:a16="http://schemas.microsoft.com/office/drawing/2014/main" id="{C4B9A41A-3E38-4553-BBA4-FA90E7954635}"/>
              </a:ext>
            </a:extLst>
          </p:cNvPr>
          <p:cNvSpPr>
            <a:spLocks xmlns:a="http://schemas.openxmlformats.org/drawingml/2006/main" noGrp="1"/>
          </p:cNvSpPr>
          <p:nvPr/>
        </p:nvSpPr>
        <p:spPr>
          <a:xfrm xmlns:a="http://schemas.openxmlformats.org/drawingml/2006/main">
            <a:off x="9639300" y="28956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3294B"/>
                </a:solidFill>
              </a:defRPr>
            </a:defPPr>
            <a:lvl1pPr>
              <a:defRPr sz="1725" b="1">
                <a:solidFill>
                  <a:srgbClr val="13294B"/>
                </a:solidFill>
              </a:defRPr>
            </a:lvl1pPr>
            <a:lvl2pPr>
              <a:defRPr sz="1725" b="1">
                <a:solidFill>
                  <a:srgbClr val="13294B"/>
                </a:solidFill>
              </a:defRPr>
            </a:lvl2pPr>
            <a:lvl3pPr>
              <a:defRPr sz="1725" b="1">
                <a:solidFill>
                  <a:srgbClr val="13294B"/>
                </a:solidFill>
              </a:defRPr>
            </a:lvl3pPr>
            <a:lvl4pPr>
              <a:defRPr sz="1725" b="1">
                <a:solidFill>
                  <a:srgbClr val="13294B"/>
                </a:solidFill>
              </a:defRPr>
            </a:lvl4pPr>
            <a:lvl5pPr>
              <a:defRPr sz="1725" b="1">
                <a:solidFill>
                  <a:srgbClr val="13294B"/>
                </a:solidFill>
              </a:defRPr>
            </a:lvl5pPr>
            <a:lvl6pPr>
              <a:defRPr sz="1725" b="1">
                <a:solidFill>
                  <a:srgbClr val="13294B"/>
                </a:solidFill>
              </a:defRPr>
            </a:lvl6pPr>
            <a:lvl7pPr>
              <a:defRPr sz="1725" b="1">
                <a:solidFill>
                  <a:srgbClr val="13294B"/>
                </a:solidFill>
              </a:defRPr>
            </a:lvl7pPr>
            <a:lvl8pPr>
              <a:defRPr sz="1725" b="1">
                <a:solidFill>
                  <a:srgbClr val="13294B"/>
                </a:solidFill>
              </a:defRPr>
            </a:lvl8pPr>
            <a:lvl9pPr>
              <a:defRPr sz="1725" b="1">
                <a:solidFill>
                  <a:srgbClr val="13294B"/>
                </a:solidFill>
              </a:defRPr>
            </a:lvl9pPr>
          </a:lstStyle>
          <a:p xmlns:a="http://schemas.openxmlformats.org/drawingml/2006/main">
            <a:pPr>
              <a:defRPr sz="1725" b="1">
                <a:solidFill>
                  <a:srgbClr val="13294B"/>
                </a:solidFill>
              </a:defRPr>
            </a:pPr>
            <a:r>
              <a:rPr sz="1725" b="1">
                <a:solidFill>
                  <a:srgbClr val="13294B"/>
                </a:solidFill>
              </a:rPr>
              <a:t>Export</a:t>
            </a:r>
          </a:p>
        </p:txBody>
      </p:sp>
      <p:sp>
        <p:nvSpPr>
          <p:cNvPr id="29" name="">
            <a:extLst xmlns:a="http://schemas.openxmlformats.org/drawingml/2006/main">
              <a:ext uri="{FF2B5EF4-FFF2-40B4-BE49-F238E27FC236}">
                <a16:creationId xmlns:a16="http://schemas.microsoft.com/office/drawing/2014/main" id="{62A7692D-BBBD-4715-BC77-90076C8016EF}"/>
              </a:ext>
            </a:extLst>
          </p:cNvPr>
          <p:cNvSpPr>
            <a:spLocks xmlns:a="http://schemas.openxmlformats.org/drawingml/2006/main" noGrp="1"/>
          </p:cNvSpPr>
          <p:nvPr/>
        </p:nvSpPr>
        <p:spPr>
          <a:xfrm xmlns:a="http://schemas.openxmlformats.org/drawingml/2006/main">
            <a:off x="9639300" y="3333750"/>
            <a:ext cx="1695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SVG + DXF</a:t>
            </a:r>
          </a:p>
        </p:txBody>
      </p:sp>
      <p:sp>
        <p:nvSpPr>
          <p:cNvPr id="30" name="">
            <a:extLst xmlns:a="http://schemas.openxmlformats.org/drawingml/2006/main">
              <a:ext uri="{FF2B5EF4-FFF2-40B4-BE49-F238E27FC236}">
                <a16:creationId xmlns:a16="http://schemas.microsoft.com/office/drawing/2014/main" id="{DC08C93B-D0CA-4730-B0B4-95104DD343AF}"/>
              </a:ext>
            </a:extLst>
          </p:cNvPr>
          <p:cNvSpPr>
            <a:spLocks xmlns:a="http://schemas.openxmlformats.org/drawingml/2006/main" noGrp="1"/>
          </p:cNvSpPr>
          <p:nvPr/>
        </p:nvSpPr>
        <p:spPr>
          <a:xfrm xmlns:a="http://schemas.openxmlformats.org/drawingml/2006/main">
            <a:off x="685800" y="4762500"/>
            <a:ext cx="10820400" cy="990600"/>
          </a:xfrm>
          <a:prstGeom xmlns:a="http://schemas.openxmlformats.org/drawingml/2006/main" prst="roundRect">
            <a:avLst>
              <a:gd name="adj" fmla="val 11538"/>
            </a:avLst>
          </a:prstGeom>
          <a:solidFill xmlns:a="http://schemas.openxmlformats.org/drawingml/2006/main">
            <a:srgbClr val="DDEFF8"/>
          </a:solidFill>
          <a:ln xmlns:a="http://schemas.openxmlformats.org/drawingml/2006/main" w="9525">
            <a:solidFill>
              <a:srgbClr val="4B9CD3"/>
            </a:solidFill>
            <a:prstDash val="solid"/>
          </a:ln>
        </p:spPr>
      </p:sp>
      <p:sp>
        <p:nvSpPr>
          <p:cNvPr id="31" name="">
            <a:extLst xmlns:a="http://schemas.openxmlformats.org/drawingml/2006/main">
              <a:ext uri="{FF2B5EF4-FFF2-40B4-BE49-F238E27FC236}">
                <a16:creationId xmlns:a16="http://schemas.microsoft.com/office/drawing/2014/main" id="{D210FD27-A31A-46A0-AEFF-493673D51CA0}"/>
              </a:ext>
            </a:extLst>
          </p:cNvPr>
          <p:cNvSpPr>
            <a:spLocks xmlns:a="http://schemas.openxmlformats.org/drawingml/2006/main" noGrp="1"/>
          </p:cNvSpPr>
          <p:nvPr/>
        </p:nvSpPr>
        <p:spPr>
          <a:xfrm xmlns:a="http://schemas.openxmlformats.org/drawingml/2006/main">
            <a:off x="990600" y="4914900"/>
            <a:ext cx="1017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3294B"/>
                </a:solidFill>
              </a:defRPr>
            </a:defPPr>
            <a:lvl1pPr>
              <a:defRPr sz="1575" b="1">
                <a:solidFill>
                  <a:srgbClr val="13294B"/>
                </a:solidFill>
              </a:defRPr>
            </a:lvl1pPr>
            <a:lvl2pPr>
              <a:defRPr sz="1575" b="1">
                <a:solidFill>
                  <a:srgbClr val="13294B"/>
                </a:solidFill>
              </a:defRPr>
            </a:lvl2pPr>
            <a:lvl3pPr>
              <a:defRPr sz="1575" b="1">
                <a:solidFill>
                  <a:srgbClr val="13294B"/>
                </a:solidFill>
              </a:defRPr>
            </a:lvl3pPr>
            <a:lvl4pPr>
              <a:defRPr sz="1575" b="1">
                <a:solidFill>
                  <a:srgbClr val="13294B"/>
                </a:solidFill>
              </a:defRPr>
            </a:lvl4pPr>
            <a:lvl5pPr>
              <a:defRPr sz="1575" b="1">
                <a:solidFill>
                  <a:srgbClr val="13294B"/>
                </a:solidFill>
              </a:defRPr>
            </a:lvl5pPr>
            <a:lvl6pPr>
              <a:defRPr sz="1575" b="1">
                <a:solidFill>
                  <a:srgbClr val="13294B"/>
                </a:solidFill>
              </a:defRPr>
            </a:lvl6pPr>
            <a:lvl7pPr>
              <a:defRPr sz="1575" b="1">
                <a:solidFill>
                  <a:srgbClr val="13294B"/>
                </a:solidFill>
              </a:defRPr>
            </a:lvl7pPr>
            <a:lvl8pPr>
              <a:defRPr sz="1575" b="1">
                <a:solidFill>
                  <a:srgbClr val="13294B"/>
                </a:solidFill>
              </a:defRPr>
            </a:lvl8pPr>
            <a:lvl9pPr>
              <a:defRPr sz="1575" b="1">
                <a:solidFill>
                  <a:srgbClr val="13294B"/>
                </a:solidFill>
              </a:defRPr>
            </a:lvl9pPr>
          </a:lstStyle>
          <a:p xmlns:a="http://schemas.openxmlformats.org/drawingml/2006/main">
            <a:pPr>
              <a:defRPr sz="1575" b="1">
                <a:solidFill>
                  <a:srgbClr val="13294B"/>
                </a:solidFill>
              </a:defRPr>
            </a:pPr>
            <a:r>
              <a:rPr sz="1575" b="1">
                <a:solidFill>
                  <a:srgbClr val="13294B"/>
                </a:solidFill>
              </a:rPr>
              <a:t>Every stage changes the evidence. Keep the source, settings, preview, and exported file together so another person can reproduce the result.</a:t>
            </a:r>
          </a:p>
        </p:txBody>
      </p:sp>
    </p:spTree>
    <p:extLst>
      <p:ext uri="{BB962C8B-B14F-4D97-AF65-F5344CB8AC3E}">
        <p14:creationId xmlns:p14="http://schemas.microsoft.com/office/powerpoint/2010/main" val="299582561"/>
      </p:ext>
    </p:extLst>
  </p:cSld>
</p:sld>
</file>

<file path=ppt/slides/slide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5E88D9A-0936-4C40-9075-0FE5D27611EE}"/>
              </a:ext>
            </a:extLst>
          </p:cNvPr>
          <p:cNvSpPr>
            <a:spLocks xmlns:a="http://schemas.openxmlformats.org/drawingml/2006/main" noGrp="1"/>
          </p:cNvSpPr>
          <p:nvPr/>
        </p:nvSpPr>
        <p:spPr>
          <a:xfrm xmlns:a="http://schemas.openxmlformats.org/drawingml/2006/main">
            <a:off x="68580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9CD3"/>
                </a:solidFill>
              </a:defRPr>
            </a:defPPr>
            <a:lvl1pPr>
              <a:defRPr sz="975" b="1">
                <a:solidFill>
                  <a:srgbClr val="4B9CD3"/>
                </a:solidFill>
              </a:defRPr>
            </a:lvl1pPr>
            <a:lvl2pPr>
              <a:defRPr sz="975" b="1">
                <a:solidFill>
                  <a:srgbClr val="4B9CD3"/>
                </a:solidFill>
              </a:defRPr>
            </a:lvl2pPr>
            <a:lvl3pPr>
              <a:defRPr sz="975" b="1">
                <a:solidFill>
                  <a:srgbClr val="4B9CD3"/>
                </a:solidFill>
              </a:defRPr>
            </a:lvl3pPr>
            <a:lvl4pPr>
              <a:defRPr sz="975" b="1">
                <a:solidFill>
                  <a:srgbClr val="4B9CD3"/>
                </a:solidFill>
              </a:defRPr>
            </a:lvl4pPr>
            <a:lvl5pPr>
              <a:defRPr sz="975" b="1">
                <a:solidFill>
                  <a:srgbClr val="4B9CD3"/>
                </a:solidFill>
              </a:defRPr>
            </a:lvl5pPr>
            <a:lvl6pPr>
              <a:defRPr sz="975" b="1">
                <a:solidFill>
                  <a:srgbClr val="4B9CD3"/>
                </a:solidFill>
              </a:defRPr>
            </a:lvl6pPr>
            <a:lvl7pPr>
              <a:defRPr sz="975" b="1">
                <a:solidFill>
                  <a:srgbClr val="4B9CD3"/>
                </a:solidFill>
              </a:defRPr>
            </a:lvl7pPr>
            <a:lvl8pPr>
              <a:defRPr sz="975" b="1">
                <a:solidFill>
                  <a:srgbClr val="4B9CD3"/>
                </a:solidFill>
              </a:defRPr>
            </a:lvl8pPr>
            <a:lvl9pPr>
              <a:defRPr sz="975" b="1">
                <a:solidFill>
                  <a:srgbClr val="4B9CD3"/>
                </a:solidFill>
              </a:defRPr>
            </a:lvl9pPr>
          </a:lstStyle>
          <a:p xmlns:a="http://schemas.openxmlformats.org/drawingml/2006/main">
            <a:pPr>
              <a:defRPr sz="975" b="1">
                <a:solidFill>
                  <a:srgbClr val="4B9CD3"/>
                </a:solidFill>
              </a:defRPr>
            </a:pPr>
            <a:r>
              <a:rPr sz="975" b="1">
                <a:solidFill>
                  <a:srgbClr val="4B9CD3"/>
                </a:solidFill>
              </a:rPr>
              <a:t>IMAGE VECTORIZATION</a:t>
            </a:r>
          </a:p>
        </p:txBody>
      </p:sp>
      <p:sp>
        <p:nvSpPr>
          <p:cNvPr id="2" name="">
            <a:extLst xmlns:a="http://schemas.openxmlformats.org/drawingml/2006/main">
              <a:ext uri="{FF2B5EF4-FFF2-40B4-BE49-F238E27FC236}">
                <a16:creationId xmlns:a16="http://schemas.microsoft.com/office/drawing/2014/main" id="{36489583-6EBA-4986-BBFA-A1817494184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3294B"/>
                </a:solidFill>
              </a:defRPr>
            </a:defPPr>
            <a:lvl1pPr>
              <a:defRPr sz="2700" b="1">
                <a:solidFill>
                  <a:srgbClr val="13294B"/>
                </a:solidFill>
              </a:defRPr>
            </a:lvl1pPr>
            <a:lvl2pPr>
              <a:defRPr sz="2700" b="1">
                <a:solidFill>
                  <a:srgbClr val="13294B"/>
                </a:solidFill>
              </a:defRPr>
            </a:lvl2pPr>
            <a:lvl3pPr>
              <a:defRPr sz="2700" b="1">
                <a:solidFill>
                  <a:srgbClr val="13294B"/>
                </a:solidFill>
              </a:defRPr>
            </a:lvl3pPr>
            <a:lvl4pPr>
              <a:defRPr sz="2700" b="1">
                <a:solidFill>
                  <a:srgbClr val="13294B"/>
                </a:solidFill>
              </a:defRPr>
            </a:lvl4pPr>
            <a:lvl5pPr>
              <a:defRPr sz="2700" b="1">
                <a:solidFill>
                  <a:srgbClr val="13294B"/>
                </a:solidFill>
              </a:defRPr>
            </a:lvl5pPr>
            <a:lvl6pPr>
              <a:defRPr sz="2700" b="1">
                <a:solidFill>
                  <a:srgbClr val="13294B"/>
                </a:solidFill>
              </a:defRPr>
            </a:lvl6pPr>
            <a:lvl7pPr>
              <a:defRPr sz="2700" b="1">
                <a:solidFill>
                  <a:srgbClr val="13294B"/>
                </a:solidFill>
              </a:defRPr>
            </a:lvl7pPr>
            <a:lvl8pPr>
              <a:defRPr sz="2700" b="1">
                <a:solidFill>
                  <a:srgbClr val="13294B"/>
                </a:solidFill>
              </a:defRPr>
            </a:lvl8pPr>
            <a:lvl9pPr>
              <a:defRPr sz="2700" b="1">
                <a:solidFill>
                  <a:srgbClr val="13294B"/>
                </a:solidFill>
              </a:defRPr>
            </a:lvl9pPr>
          </a:lstStyle>
          <a:p xmlns:a="http://schemas.openxmlformats.org/drawingml/2006/main">
            <a:pPr>
              <a:defRPr sz="2700" b="1">
                <a:solidFill>
                  <a:srgbClr val="13294B"/>
                </a:solidFill>
              </a:defRPr>
            </a:pPr>
            <a:r>
              <a:rPr sz="2700" b="1">
                <a:solidFill>
                  <a:srgbClr val="13294B"/>
                </a:solidFill>
              </a:rPr>
              <a:t>Color reduction and region tracing</a:t>
            </a:r>
          </a:p>
        </p:txBody>
      </p:sp>
      <p:sp>
        <p:nvSpPr>
          <p:cNvPr id="3" name="">
            <a:extLst xmlns:a="http://schemas.openxmlformats.org/drawingml/2006/main">
              <a:ext uri="{FF2B5EF4-FFF2-40B4-BE49-F238E27FC236}">
                <a16:creationId xmlns:a16="http://schemas.microsoft.com/office/drawing/2014/main" id="{A6F777D9-F32D-454C-ABF3-9F806F6CDEAB}"/>
              </a:ext>
            </a:extLst>
          </p:cNvPr>
          <p:cNvSpPr>
            <a:spLocks xmlns:a="http://schemas.openxmlformats.org/drawingml/2006/main" noGrp="1"/>
          </p:cNvSpPr>
          <p:nvPr/>
        </p:nvSpPr>
        <p:spPr>
          <a:xfrm xmlns:a="http://schemas.openxmlformats.org/drawingml/2006/main">
            <a:off x="685800" y="1381125"/>
            <a:ext cx="876300" cy="47625"/>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4D306E8-F5E2-4C30-BB9D-74058B67268F}"/>
              </a:ext>
            </a:extLst>
          </p:cNvPr>
          <p:cNvSpPr>
            <a:spLocks xmlns:a="http://schemas.openxmlformats.org/drawingml/2006/main" noGrp="1"/>
          </p:cNvSpPr>
          <p:nvPr/>
        </p:nvSpPr>
        <p:spPr>
          <a:xfrm xmlns:a="http://schemas.openxmlformats.org/drawingml/2006/main">
            <a:off x="11144250" y="400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579"/>
                </a:solidFill>
              </a:defRPr>
            </a:defPPr>
            <a:lvl1pPr>
              <a:defRPr sz="975" b="1">
                <a:solidFill>
                  <a:srgbClr val="536579"/>
                </a:solidFill>
              </a:defRPr>
            </a:lvl1pPr>
            <a:lvl2pPr>
              <a:defRPr sz="975" b="1">
                <a:solidFill>
                  <a:srgbClr val="536579"/>
                </a:solidFill>
              </a:defRPr>
            </a:lvl2pPr>
            <a:lvl3pPr>
              <a:defRPr sz="975" b="1">
                <a:solidFill>
                  <a:srgbClr val="536579"/>
                </a:solidFill>
              </a:defRPr>
            </a:lvl3pPr>
            <a:lvl4pPr>
              <a:defRPr sz="975" b="1">
                <a:solidFill>
                  <a:srgbClr val="536579"/>
                </a:solidFill>
              </a:defRPr>
            </a:lvl4pPr>
            <a:lvl5pPr>
              <a:defRPr sz="975" b="1">
                <a:solidFill>
                  <a:srgbClr val="536579"/>
                </a:solidFill>
              </a:defRPr>
            </a:lvl5pPr>
            <a:lvl6pPr>
              <a:defRPr sz="975" b="1">
                <a:solidFill>
                  <a:srgbClr val="536579"/>
                </a:solidFill>
              </a:defRPr>
            </a:lvl6pPr>
            <a:lvl7pPr>
              <a:defRPr sz="975" b="1">
                <a:solidFill>
                  <a:srgbClr val="536579"/>
                </a:solidFill>
              </a:defRPr>
            </a:lvl7pPr>
            <a:lvl8pPr>
              <a:defRPr sz="975" b="1">
                <a:solidFill>
                  <a:srgbClr val="536579"/>
                </a:solidFill>
              </a:defRPr>
            </a:lvl8pPr>
            <a:lvl9pPr>
              <a:defRPr sz="975" b="1">
                <a:solidFill>
                  <a:srgbClr val="536579"/>
                </a:solidFill>
              </a:defRPr>
            </a:lvl9pPr>
          </a:lstStyle>
          <a:p xmlns:a="http://schemas.openxmlformats.org/drawingml/2006/main">
            <a:pPr>
              <a:defRPr sz="975" b="1">
                <a:solidFill>
                  <a:srgbClr val="536579"/>
                </a:solidFill>
              </a:defRPr>
            </a:pPr>
            <a:r>
              <a:rPr sz="975" b="1">
                <a:solidFill>
                  <a:srgbClr val="536579"/>
                </a:solidFill>
              </a:rPr>
              <a:t>05</a:t>
            </a:r>
          </a:p>
        </p:txBody>
      </p:sp>
      <p:sp>
        <p:nvSpPr>
          <p:cNvPr id="5" name="">
            <a:extLst xmlns:a="http://schemas.openxmlformats.org/drawingml/2006/main">
              <a:ext uri="{FF2B5EF4-FFF2-40B4-BE49-F238E27FC236}">
                <a16:creationId xmlns:a16="http://schemas.microsoft.com/office/drawing/2014/main" id="{12A7B99F-2B0E-4A06-9C6F-14D24AAD4FE3}"/>
              </a:ext>
            </a:extLst>
          </p:cNvPr>
          <p:cNvSpPr>
            <a:spLocks xmlns:a="http://schemas.openxmlformats.org/drawingml/2006/main" noGrp="1"/>
          </p:cNvSpPr>
          <p:nvPr/>
        </p:nvSpPr>
        <p:spPr>
          <a:xfrm xmlns:a="http://schemas.openxmlformats.org/drawingml/2006/main">
            <a:off x="68580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a:solidFill>
                  <a:srgbClr val="536579"/>
                </a:solidFill>
              </a:defRPr>
            </a:defPPr>
            <a:lvl1pPr>
              <a:defRPr sz="825">
                <a:solidFill>
                  <a:srgbClr val="536579"/>
                </a:solidFill>
              </a:defRPr>
            </a:lvl1pPr>
            <a:lvl2pPr>
              <a:defRPr sz="825">
                <a:solidFill>
                  <a:srgbClr val="536579"/>
                </a:solidFill>
              </a:defRPr>
            </a:lvl2pPr>
            <a:lvl3pPr>
              <a:defRPr sz="825">
                <a:solidFill>
                  <a:srgbClr val="536579"/>
                </a:solidFill>
              </a:defRPr>
            </a:lvl3pPr>
            <a:lvl4pPr>
              <a:defRPr sz="825">
                <a:solidFill>
                  <a:srgbClr val="536579"/>
                </a:solidFill>
              </a:defRPr>
            </a:lvl4pPr>
            <a:lvl5pPr>
              <a:defRPr sz="825">
                <a:solidFill>
                  <a:srgbClr val="536579"/>
                </a:solidFill>
              </a:defRPr>
            </a:lvl5pPr>
            <a:lvl6pPr>
              <a:defRPr sz="825">
                <a:solidFill>
                  <a:srgbClr val="536579"/>
                </a:solidFill>
              </a:defRPr>
            </a:lvl6pPr>
            <a:lvl7pPr>
              <a:defRPr sz="825">
                <a:solidFill>
                  <a:srgbClr val="536579"/>
                </a:solidFill>
              </a:defRPr>
            </a:lvl7pPr>
            <a:lvl8pPr>
              <a:defRPr sz="825">
                <a:solidFill>
                  <a:srgbClr val="536579"/>
                </a:solidFill>
              </a:defRPr>
            </a:lvl8pPr>
            <a:lvl9pPr>
              <a:defRPr sz="825">
                <a:solidFill>
                  <a:srgbClr val="536579"/>
                </a:solidFill>
              </a:defRPr>
            </a:lvl9pPr>
          </a:lstStyle>
          <a:p xmlns:a="http://schemas.openxmlformats.org/drawingml/2006/main">
            <a:pPr>
              <a:defRPr sz="825">
                <a:solidFill>
                  <a:srgbClr val="536579"/>
                </a:solidFill>
              </a:defRPr>
            </a:pPr>
            <a:r>
              <a:rPr sz="825">
                <a:solidFill>
                  <a:srgbClr val="536579"/>
                </a:solidFill>
              </a:rPr>
              <a:t>UNC COMP 523 Team E  ·  Hamsini Tankala</a:t>
            </a:r>
          </a:p>
        </p:txBody>
      </p:sp>
      <p:pic>
        <p:nvPicPr>
          <p:cNvPr id="6" name="">
            <a:extLst xmlns:a="http://schemas.openxmlformats.org/drawingml/2006/main">
              <a:ext uri="{FF2B5EF4-FFF2-40B4-BE49-F238E27FC236}">
                <a16:creationId xmlns:a16="http://schemas.microsoft.com/office/drawing/2014/main" id="{DD1CC236-6A9E-4793-9C88-141D9219A7B3}"/>
              </a:ext>
            </a:extLst>
          </p:cNvPr>
          <p:cNvPicPr>
            <a:picLocks xmlns:a="http://schemas.openxmlformats.org/drawingml/2006/main" noChangeAspect="1"/>
          </p:cNvPicPr>
          <p:nvPr/>
        </p:nvPicPr>
        <p:blipFill>
          <a:blip xmlns:r="http://schemas.openxmlformats.org/officeDocument/2006/relationships" xmlns:a="http://schemas.openxmlformats.org/drawingml/2006/main" r:embed="R00c22f3ec9b84414">
            <a:extLst>
              <a:ext uri="{96DAC541-7B7A-43D3-8B79-37D633B846F1}">
                <asvg:svgBlip xmlns:asvg="http://schemas.microsoft.com/office/drawing/2016/SVG/main" r:embed="R4e39e63ed08d4435"/>
              </a:ext>
            </a:extLst>
          </a:blip>
          <a:stretch xmlns:a="http://schemas.openxmlformats.org/drawingml/2006/main"/>
        </p:blipFill>
        <p:spPr>
          <a:xfrm xmlns:a="http://schemas.openxmlformats.org/drawingml/2006/main">
            <a:off x="6334125" y="1666875"/>
            <a:ext cx="4762500"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5326898-C565-4C97-9EBD-777387003C22}"/>
              </a:ext>
            </a:extLst>
          </p:cNvPr>
          <p:cNvSpPr>
            <a:spLocks xmlns:a="http://schemas.openxmlformats.org/drawingml/2006/main" noGrp="1"/>
          </p:cNvSpPr>
          <p:nvPr/>
        </p:nvSpPr>
        <p:spPr>
          <a:xfrm xmlns:a="http://schemas.openxmlformats.org/drawingml/2006/main">
            <a:off x="781050" y="1790700"/>
            <a:ext cx="4524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950" b="1">
                <a:solidFill>
                  <a:srgbClr val="13294B"/>
                </a:solidFill>
              </a:defRPr>
            </a:defPPr>
            <a:lvl1pPr>
              <a:defRPr sz="1950" b="1">
                <a:solidFill>
                  <a:srgbClr val="13294B"/>
                </a:solidFill>
              </a:defRPr>
            </a:lvl1pPr>
            <a:lvl2pPr>
              <a:defRPr sz="1950" b="1">
                <a:solidFill>
                  <a:srgbClr val="13294B"/>
                </a:solidFill>
              </a:defRPr>
            </a:lvl2pPr>
            <a:lvl3pPr>
              <a:defRPr sz="1950" b="1">
                <a:solidFill>
                  <a:srgbClr val="13294B"/>
                </a:solidFill>
              </a:defRPr>
            </a:lvl3pPr>
            <a:lvl4pPr>
              <a:defRPr sz="1950" b="1">
                <a:solidFill>
                  <a:srgbClr val="13294B"/>
                </a:solidFill>
              </a:defRPr>
            </a:lvl4pPr>
            <a:lvl5pPr>
              <a:defRPr sz="1950" b="1">
                <a:solidFill>
                  <a:srgbClr val="13294B"/>
                </a:solidFill>
              </a:defRPr>
            </a:lvl5pPr>
            <a:lvl6pPr>
              <a:defRPr sz="1950" b="1">
                <a:solidFill>
                  <a:srgbClr val="13294B"/>
                </a:solidFill>
              </a:defRPr>
            </a:lvl6pPr>
            <a:lvl7pPr>
              <a:defRPr sz="1950" b="1">
                <a:solidFill>
                  <a:srgbClr val="13294B"/>
                </a:solidFill>
              </a:defRPr>
            </a:lvl7pPr>
            <a:lvl8pPr>
              <a:defRPr sz="1950" b="1">
                <a:solidFill>
                  <a:srgbClr val="13294B"/>
                </a:solidFill>
              </a:defRPr>
            </a:lvl8pPr>
            <a:lvl9pPr>
              <a:defRPr sz="1950" b="1">
                <a:solidFill>
                  <a:srgbClr val="13294B"/>
                </a:solidFill>
              </a:defRPr>
            </a:lvl9pPr>
          </a:lstStyle>
          <a:p xmlns:a="http://schemas.openxmlformats.org/drawingml/2006/main">
            <a:pPr>
              <a:defRPr sz="1950" b="1">
                <a:solidFill>
                  <a:srgbClr val="13294B"/>
                </a:solidFill>
              </a:defRPr>
            </a:pPr>
            <a:r>
              <a:rPr sz="1950" b="1">
                <a:solidFill>
                  <a:srgbClr val="13294B"/>
                </a:solidFill>
              </a:rPr>
              <a:t>The color limit controls how many clusters the tracer may keep.</a:t>
            </a:r>
          </a:p>
        </p:txBody>
      </p:sp>
      <p:sp>
        <p:nvSpPr>
          <p:cNvPr id="8" name="">
            <a:extLst xmlns:a="http://schemas.openxmlformats.org/drawingml/2006/main">
              <a:ext uri="{FF2B5EF4-FFF2-40B4-BE49-F238E27FC236}">
                <a16:creationId xmlns:a16="http://schemas.microsoft.com/office/drawing/2014/main" id="{40F5CF6A-9C95-48E3-8C6D-7DE927422B64}"/>
              </a:ext>
            </a:extLst>
          </p:cNvPr>
          <p:cNvSpPr>
            <a:spLocks xmlns:a="http://schemas.openxmlformats.org/drawingml/2006/main" noGrp="1"/>
          </p:cNvSpPr>
          <p:nvPr/>
        </p:nvSpPr>
        <p:spPr>
          <a:xfrm xmlns:a="http://schemas.openxmlformats.org/drawingml/2006/main">
            <a:off x="800100" y="28384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A74848"/>
                </a:solidFill>
              </a:defRPr>
            </a:defPPr>
            <a:lvl1pPr>
              <a:defRPr sz="1500" b="1">
                <a:solidFill>
                  <a:srgbClr val="A74848"/>
                </a:solidFill>
              </a:defRPr>
            </a:lvl1pPr>
            <a:lvl2pPr>
              <a:defRPr sz="1500" b="1">
                <a:solidFill>
                  <a:srgbClr val="A74848"/>
                </a:solidFill>
              </a:defRPr>
            </a:lvl2pPr>
            <a:lvl3pPr>
              <a:defRPr sz="1500" b="1">
                <a:solidFill>
                  <a:srgbClr val="A74848"/>
                </a:solidFill>
              </a:defRPr>
            </a:lvl3pPr>
            <a:lvl4pPr>
              <a:defRPr sz="1500" b="1">
                <a:solidFill>
                  <a:srgbClr val="A74848"/>
                </a:solidFill>
              </a:defRPr>
            </a:lvl4pPr>
            <a:lvl5pPr>
              <a:defRPr sz="1500" b="1">
                <a:solidFill>
                  <a:srgbClr val="A74848"/>
                </a:solidFill>
              </a:defRPr>
            </a:lvl5pPr>
            <a:lvl6pPr>
              <a:defRPr sz="1500" b="1">
                <a:solidFill>
                  <a:srgbClr val="A74848"/>
                </a:solidFill>
              </a:defRPr>
            </a:lvl6pPr>
            <a:lvl7pPr>
              <a:defRPr sz="1500" b="1">
                <a:solidFill>
                  <a:srgbClr val="A74848"/>
                </a:solidFill>
              </a:defRPr>
            </a:lvl7pPr>
            <a:lvl8pPr>
              <a:defRPr sz="1500" b="1">
                <a:solidFill>
                  <a:srgbClr val="A74848"/>
                </a:solidFill>
              </a:defRPr>
            </a:lvl8pPr>
            <a:lvl9pPr>
              <a:defRPr sz="1500" b="1">
                <a:solidFill>
                  <a:srgbClr val="A74848"/>
                </a:solidFill>
              </a:defRPr>
            </a:lvl9pPr>
          </a:lstStyle>
          <a:p xmlns:a="http://schemas.openxmlformats.org/drawingml/2006/main">
            <a:pPr>
              <a:defRPr sz="1500" b="1">
                <a:solidFill>
                  <a:srgbClr val="A74848"/>
                </a:solidFill>
              </a:defRPr>
            </a:pPr>
            <a:r>
              <a:rPr sz="1500" b="1">
                <a:solidFill>
                  <a:srgbClr val="A74848"/>
                </a:solidFill>
              </a:rPr>
              <a:t>Too many colors</a:t>
            </a:r>
          </a:p>
        </p:txBody>
      </p:sp>
      <p:sp>
        <p:nvSpPr>
          <p:cNvPr id="9" name="">
            <a:extLst xmlns:a="http://schemas.openxmlformats.org/drawingml/2006/main">
              <a:ext uri="{FF2B5EF4-FFF2-40B4-BE49-F238E27FC236}">
                <a16:creationId xmlns:a16="http://schemas.microsoft.com/office/drawing/2014/main" id="{CC5488D7-7B5D-4894-97A7-DC0653197CF4}"/>
              </a:ext>
            </a:extLst>
          </p:cNvPr>
          <p:cNvSpPr>
            <a:spLocks xmlns:a="http://schemas.openxmlformats.org/drawingml/2006/main" noGrp="1"/>
          </p:cNvSpPr>
          <p:nvPr/>
        </p:nvSpPr>
        <p:spPr>
          <a:xfrm xmlns:a="http://schemas.openxmlformats.org/drawingml/2006/main">
            <a:off x="800100" y="320040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a:solidFill>
                  <a:srgbClr val="536579"/>
                </a:solidFill>
              </a:defRPr>
            </a:defPPr>
            <a:lvl1pPr>
              <a:defRPr sz="1350">
                <a:solidFill>
                  <a:srgbClr val="536579"/>
                </a:solidFill>
              </a:defRPr>
            </a:lvl1pPr>
            <a:lvl2pPr>
              <a:defRPr sz="1350">
                <a:solidFill>
                  <a:srgbClr val="536579"/>
                </a:solidFill>
              </a:defRPr>
            </a:lvl2pPr>
            <a:lvl3pPr>
              <a:defRPr sz="1350">
                <a:solidFill>
                  <a:srgbClr val="536579"/>
                </a:solidFill>
              </a:defRPr>
            </a:lvl3pPr>
            <a:lvl4pPr>
              <a:defRPr sz="1350">
                <a:solidFill>
                  <a:srgbClr val="536579"/>
                </a:solidFill>
              </a:defRPr>
            </a:lvl4pPr>
            <a:lvl5pPr>
              <a:defRPr sz="1350">
                <a:solidFill>
                  <a:srgbClr val="536579"/>
                </a:solidFill>
              </a:defRPr>
            </a:lvl5pPr>
            <a:lvl6pPr>
              <a:defRPr sz="1350">
                <a:solidFill>
                  <a:srgbClr val="536579"/>
                </a:solidFill>
              </a:defRPr>
            </a:lvl6pPr>
            <a:lvl7pPr>
              <a:defRPr sz="1350">
                <a:solidFill>
                  <a:srgbClr val="536579"/>
                </a:solidFill>
              </a:defRPr>
            </a:lvl7pPr>
            <a:lvl8pPr>
              <a:defRPr sz="1350">
                <a:solidFill>
                  <a:srgbClr val="536579"/>
                </a:solidFill>
              </a:defRPr>
            </a:lvl8pPr>
            <a:lvl9pPr>
              <a:defRPr sz="1350">
                <a:solidFill>
                  <a:srgbClr val="536579"/>
                </a:solidFill>
              </a:defRPr>
            </a:lvl9pPr>
          </a:lstStyle>
          <a:p xmlns:a="http://schemas.openxmlformats.org/drawingml/2006/main">
            <a:pPr>
              <a:defRPr sz="1350">
                <a:solidFill>
                  <a:srgbClr val="536579"/>
                </a:solidFill>
              </a:defRPr>
            </a:pPr>
            <a:r>
              <a:rPr sz="1350">
                <a:solidFill>
                  <a:srgbClr val="536579"/>
                </a:solidFill>
              </a:rPr>
              <a:t>Noise and anti-aliasing can become extra regions.</a:t>
            </a:r>
          </a:p>
        </p:txBody>
      </p:sp>
      <p:sp>
        <p:nvSpPr>
          <p:cNvPr id="10" name="">
            <a:extLst xmlns:a="http://schemas.openxmlformats.org/drawingml/2006/main">
              <a:ext uri="{FF2B5EF4-FFF2-40B4-BE49-F238E27FC236}">
                <a16:creationId xmlns:a16="http://schemas.microsoft.com/office/drawing/2014/main" id="{581A6960-467E-4D70-AAAD-649534739F34}"/>
              </a:ext>
            </a:extLst>
          </p:cNvPr>
          <p:cNvSpPr>
            <a:spLocks xmlns:a="http://schemas.openxmlformats.org/drawingml/2006/main" noGrp="1"/>
          </p:cNvSpPr>
          <p:nvPr/>
        </p:nvSpPr>
        <p:spPr>
          <a:xfrm xmlns:a="http://schemas.openxmlformats.org/drawingml/2006/main">
            <a:off x="800100" y="40005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D59F36"/>
                </a:solidFill>
              </a:defRPr>
            </a:defPPr>
            <a:lvl1pPr>
              <a:defRPr sz="1500" b="1">
                <a:solidFill>
                  <a:srgbClr val="D59F36"/>
                </a:solidFill>
              </a:defRPr>
            </a:lvl1pPr>
            <a:lvl2pPr>
              <a:defRPr sz="1500" b="1">
                <a:solidFill>
                  <a:srgbClr val="D59F36"/>
                </a:solidFill>
              </a:defRPr>
            </a:lvl2pPr>
            <a:lvl3pPr>
              <a:defRPr sz="1500" b="1">
                <a:solidFill>
                  <a:srgbClr val="D59F36"/>
                </a:solidFill>
              </a:defRPr>
            </a:lvl3pPr>
            <a:lvl4pPr>
              <a:defRPr sz="1500" b="1">
                <a:solidFill>
                  <a:srgbClr val="D59F36"/>
                </a:solidFill>
              </a:defRPr>
            </a:lvl4pPr>
            <a:lvl5pPr>
              <a:defRPr sz="1500" b="1">
                <a:solidFill>
                  <a:srgbClr val="D59F36"/>
                </a:solidFill>
              </a:defRPr>
            </a:lvl5pPr>
            <a:lvl6pPr>
              <a:defRPr sz="1500" b="1">
                <a:solidFill>
                  <a:srgbClr val="D59F36"/>
                </a:solidFill>
              </a:defRPr>
            </a:lvl6pPr>
            <a:lvl7pPr>
              <a:defRPr sz="1500" b="1">
                <a:solidFill>
                  <a:srgbClr val="D59F36"/>
                </a:solidFill>
              </a:defRPr>
            </a:lvl7pPr>
            <a:lvl8pPr>
              <a:defRPr sz="1500" b="1">
                <a:solidFill>
                  <a:srgbClr val="D59F36"/>
                </a:solidFill>
              </a:defRPr>
            </a:lvl8pPr>
            <a:lvl9pPr>
              <a:defRPr sz="1500" b="1">
                <a:solidFill>
                  <a:srgbClr val="D59F36"/>
                </a:solidFill>
              </a:defRPr>
            </a:lvl9pPr>
          </a:lstStyle>
          <a:p xmlns:a="http://schemas.openxmlformats.org/drawingml/2006/main">
            <a:pPr>
              <a:defRPr sz="1500" b="1">
                <a:solidFill>
                  <a:srgbClr val="D59F36"/>
                </a:solidFill>
              </a:defRPr>
            </a:pPr>
            <a:r>
              <a:rPr sz="1500" b="1">
                <a:solidFill>
                  <a:srgbClr val="D59F36"/>
                </a:solidFill>
              </a:rPr>
              <a:t>Too few colors</a:t>
            </a:r>
          </a:p>
        </p:txBody>
      </p:sp>
      <p:sp>
        <p:nvSpPr>
          <p:cNvPr id="11" name="">
            <a:extLst xmlns:a="http://schemas.openxmlformats.org/drawingml/2006/main">
              <a:ext uri="{FF2B5EF4-FFF2-40B4-BE49-F238E27FC236}">
                <a16:creationId xmlns:a16="http://schemas.microsoft.com/office/drawing/2014/main" id="{583F8A79-3D4B-4A5E-8F84-17A09C5B84D5}"/>
              </a:ext>
            </a:extLst>
          </p:cNvPr>
          <p:cNvSpPr>
            <a:spLocks xmlns:a="http://schemas.openxmlformats.org/drawingml/2006/main" noGrp="1"/>
          </p:cNvSpPr>
          <p:nvPr/>
        </p:nvSpPr>
        <p:spPr>
          <a:xfrm xmlns:a="http://schemas.openxmlformats.org/drawingml/2006/main">
            <a:off x="800100" y="43624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a:solidFill>
                  <a:srgbClr val="536579"/>
                </a:solidFill>
              </a:defRPr>
            </a:defPPr>
            <a:lvl1pPr>
              <a:defRPr sz="1350">
                <a:solidFill>
                  <a:srgbClr val="536579"/>
                </a:solidFill>
              </a:defRPr>
            </a:lvl1pPr>
            <a:lvl2pPr>
              <a:defRPr sz="1350">
                <a:solidFill>
                  <a:srgbClr val="536579"/>
                </a:solidFill>
              </a:defRPr>
            </a:lvl2pPr>
            <a:lvl3pPr>
              <a:defRPr sz="1350">
                <a:solidFill>
                  <a:srgbClr val="536579"/>
                </a:solidFill>
              </a:defRPr>
            </a:lvl3pPr>
            <a:lvl4pPr>
              <a:defRPr sz="1350">
                <a:solidFill>
                  <a:srgbClr val="536579"/>
                </a:solidFill>
              </a:defRPr>
            </a:lvl4pPr>
            <a:lvl5pPr>
              <a:defRPr sz="1350">
                <a:solidFill>
                  <a:srgbClr val="536579"/>
                </a:solidFill>
              </a:defRPr>
            </a:lvl5pPr>
            <a:lvl6pPr>
              <a:defRPr sz="1350">
                <a:solidFill>
                  <a:srgbClr val="536579"/>
                </a:solidFill>
              </a:defRPr>
            </a:lvl6pPr>
            <a:lvl7pPr>
              <a:defRPr sz="1350">
                <a:solidFill>
                  <a:srgbClr val="536579"/>
                </a:solidFill>
              </a:defRPr>
            </a:lvl7pPr>
            <a:lvl8pPr>
              <a:defRPr sz="1350">
                <a:solidFill>
                  <a:srgbClr val="536579"/>
                </a:solidFill>
              </a:defRPr>
            </a:lvl8pPr>
            <a:lvl9pPr>
              <a:defRPr sz="1350">
                <a:solidFill>
                  <a:srgbClr val="536579"/>
                </a:solidFill>
              </a:defRPr>
            </a:lvl9pPr>
          </a:lstStyle>
          <a:p xmlns:a="http://schemas.openxmlformats.org/drawingml/2006/main">
            <a:pPr>
              <a:defRPr sz="1350">
                <a:solidFill>
                  <a:srgbClr val="536579"/>
                </a:solidFill>
              </a:defRPr>
            </a:pPr>
            <a:r>
              <a:rPr sz="1350">
                <a:solidFill>
                  <a:srgbClr val="536579"/>
                </a:solidFill>
              </a:rPr>
              <a:t>Distinct material boundaries can disappear before tracing.</a:t>
            </a:r>
          </a:p>
        </p:txBody>
      </p:sp>
      <p:sp>
        <p:nvSpPr>
          <p:cNvPr id="12" name="">
            <a:extLst xmlns:a="http://schemas.openxmlformats.org/drawingml/2006/main">
              <a:ext uri="{FF2B5EF4-FFF2-40B4-BE49-F238E27FC236}">
                <a16:creationId xmlns:a16="http://schemas.microsoft.com/office/drawing/2014/main" id="{8B690C96-14EC-49E7-9A0D-A517AEEB35D7}"/>
              </a:ext>
            </a:extLst>
          </p:cNvPr>
          <p:cNvSpPr>
            <a:spLocks xmlns:a="http://schemas.openxmlformats.org/drawingml/2006/main" noGrp="1"/>
          </p:cNvSpPr>
          <p:nvPr/>
        </p:nvSpPr>
        <p:spPr>
          <a:xfrm xmlns:a="http://schemas.openxmlformats.org/drawingml/2006/main">
            <a:off x="800100" y="531495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4F7C67"/>
                </a:solidFill>
              </a:defRPr>
            </a:defPPr>
            <a:lvl1pPr>
              <a:defRPr sz="1500" b="1">
                <a:solidFill>
                  <a:srgbClr val="4F7C67"/>
                </a:solidFill>
              </a:defRPr>
            </a:lvl1pPr>
            <a:lvl2pPr>
              <a:defRPr sz="1500" b="1">
                <a:solidFill>
                  <a:srgbClr val="4F7C67"/>
                </a:solidFill>
              </a:defRPr>
            </a:lvl2pPr>
            <a:lvl3pPr>
              <a:defRPr sz="1500" b="1">
                <a:solidFill>
                  <a:srgbClr val="4F7C67"/>
                </a:solidFill>
              </a:defRPr>
            </a:lvl3pPr>
            <a:lvl4pPr>
              <a:defRPr sz="1500" b="1">
                <a:solidFill>
                  <a:srgbClr val="4F7C67"/>
                </a:solidFill>
              </a:defRPr>
            </a:lvl4pPr>
            <a:lvl5pPr>
              <a:defRPr sz="1500" b="1">
                <a:solidFill>
                  <a:srgbClr val="4F7C67"/>
                </a:solidFill>
              </a:defRPr>
            </a:lvl5pPr>
            <a:lvl6pPr>
              <a:defRPr sz="1500" b="1">
                <a:solidFill>
                  <a:srgbClr val="4F7C67"/>
                </a:solidFill>
              </a:defRPr>
            </a:lvl6pPr>
            <a:lvl7pPr>
              <a:defRPr sz="1500" b="1">
                <a:solidFill>
                  <a:srgbClr val="4F7C67"/>
                </a:solidFill>
              </a:defRPr>
            </a:lvl7pPr>
            <a:lvl8pPr>
              <a:defRPr sz="1500" b="1">
                <a:solidFill>
                  <a:srgbClr val="4F7C67"/>
                </a:solidFill>
              </a:defRPr>
            </a:lvl8pPr>
            <a:lvl9pPr>
              <a:defRPr sz="1500" b="1">
                <a:solidFill>
                  <a:srgbClr val="4F7C67"/>
                </a:solidFill>
              </a:defRPr>
            </a:lvl9pPr>
          </a:lstStyle>
          <a:p xmlns:a="http://schemas.openxmlformats.org/drawingml/2006/main">
            <a:pPr>
              <a:defRPr sz="1500" b="1">
                <a:solidFill>
                  <a:srgbClr val="4F7C67"/>
                </a:solidFill>
              </a:defRPr>
            </a:pPr>
            <a:r>
              <a:rPr sz="1500" b="1">
                <a:solidFill>
                  <a:srgbClr val="4F7C67"/>
                </a:solidFill>
              </a:rPr>
              <a:t>The preview is evidence, not automatic approval.</a:t>
            </a:r>
          </a:p>
        </p:txBody>
      </p:sp>
    </p:spTree>
    <p:extLst>
      <p:ext uri="{BB962C8B-B14F-4D97-AF65-F5344CB8AC3E}">
        <p14:creationId xmlns:p14="http://schemas.microsoft.com/office/powerpoint/2010/main" val="713500431"/>
      </p:ext>
    </p:extLst>
  </p:cSld>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C4474E3-7E3F-4369-9CBA-3B3739375FE5}"/>
              </a:ext>
            </a:extLst>
          </p:cNvPr>
          <p:cNvSpPr>
            <a:spLocks xmlns:a="http://schemas.openxmlformats.org/drawingml/2006/main" noGrp="1"/>
          </p:cNvSpPr>
          <p:nvPr/>
        </p:nvSpPr>
        <p:spPr>
          <a:xfrm xmlns:a="http://schemas.openxmlformats.org/drawingml/2006/main">
            <a:off x="68580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9CD3"/>
                </a:solidFill>
              </a:defRPr>
            </a:defPPr>
            <a:lvl1pPr>
              <a:defRPr sz="975" b="1">
                <a:solidFill>
                  <a:srgbClr val="4B9CD3"/>
                </a:solidFill>
              </a:defRPr>
            </a:lvl1pPr>
            <a:lvl2pPr>
              <a:defRPr sz="975" b="1">
                <a:solidFill>
                  <a:srgbClr val="4B9CD3"/>
                </a:solidFill>
              </a:defRPr>
            </a:lvl2pPr>
            <a:lvl3pPr>
              <a:defRPr sz="975" b="1">
                <a:solidFill>
                  <a:srgbClr val="4B9CD3"/>
                </a:solidFill>
              </a:defRPr>
            </a:lvl3pPr>
            <a:lvl4pPr>
              <a:defRPr sz="975" b="1">
                <a:solidFill>
                  <a:srgbClr val="4B9CD3"/>
                </a:solidFill>
              </a:defRPr>
            </a:lvl4pPr>
            <a:lvl5pPr>
              <a:defRPr sz="975" b="1">
                <a:solidFill>
                  <a:srgbClr val="4B9CD3"/>
                </a:solidFill>
              </a:defRPr>
            </a:lvl5pPr>
            <a:lvl6pPr>
              <a:defRPr sz="975" b="1">
                <a:solidFill>
                  <a:srgbClr val="4B9CD3"/>
                </a:solidFill>
              </a:defRPr>
            </a:lvl6pPr>
            <a:lvl7pPr>
              <a:defRPr sz="975" b="1">
                <a:solidFill>
                  <a:srgbClr val="4B9CD3"/>
                </a:solidFill>
              </a:defRPr>
            </a:lvl7pPr>
            <a:lvl8pPr>
              <a:defRPr sz="975" b="1">
                <a:solidFill>
                  <a:srgbClr val="4B9CD3"/>
                </a:solidFill>
              </a:defRPr>
            </a:lvl8pPr>
            <a:lvl9pPr>
              <a:defRPr sz="975" b="1">
                <a:solidFill>
                  <a:srgbClr val="4B9CD3"/>
                </a:solidFill>
              </a:defRPr>
            </a:lvl9pPr>
          </a:lstStyle>
          <a:p xmlns:a="http://schemas.openxmlformats.org/drawingml/2006/main">
            <a:pPr>
              <a:defRPr sz="975" b="1">
                <a:solidFill>
                  <a:srgbClr val="4B9CD3"/>
                </a:solidFill>
              </a:defRPr>
            </a:pPr>
            <a:r>
              <a:rPr sz="975" b="1">
                <a:solidFill>
                  <a:srgbClr val="4B9CD3"/>
                </a:solidFill>
              </a:rPr>
              <a:t>IMAGE VECTORIZATION</a:t>
            </a:r>
          </a:p>
        </p:txBody>
      </p:sp>
      <p:sp>
        <p:nvSpPr>
          <p:cNvPr id="2" name="">
            <a:extLst xmlns:a="http://schemas.openxmlformats.org/drawingml/2006/main">
              <a:ext uri="{FF2B5EF4-FFF2-40B4-BE49-F238E27FC236}">
                <a16:creationId xmlns:a16="http://schemas.microsoft.com/office/drawing/2014/main" id="{AD96BEBF-E5E7-41F7-B621-55829DFDD7F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3294B"/>
                </a:solidFill>
              </a:defRPr>
            </a:defPPr>
            <a:lvl1pPr>
              <a:defRPr sz="2700" b="1">
                <a:solidFill>
                  <a:srgbClr val="13294B"/>
                </a:solidFill>
              </a:defRPr>
            </a:lvl1pPr>
            <a:lvl2pPr>
              <a:defRPr sz="2700" b="1">
                <a:solidFill>
                  <a:srgbClr val="13294B"/>
                </a:solidFill>
              </a:defRPr>
            </a:lvl2pPr>
            <a:lvl3pPr>
              <a:defRPr sz="2700" b="1">
                <a:solidFill>
                  <a:srgbClr val="13294B"/>
                </a:solidFill>
              </a:defRPr>
            </a:lvl3pPr>
            <a:lvl4pPr>
              <a:defRPr sz="2700" b="1">
                <a:solidFill>
                  <a:srgbClr val="13294B"/>
                </a:solidFill>
              </a:defRPr>
            </a:lvl4pPr>
            <a:lvl5pPr>
              <a:defRPr sz="2700" b="1">
                <a:solidFill>
                  <a:srgbClr val="13294B"/>
                </a:solidFill>
              </a:defRPr>
            </a:lvl5pPr>
            <a:lvl6pPr>
              <a:defRPr sz="2700" b="1">
                <a:solidFill>
                  <a:srgbClr val="13294B"/>
                </a:solidFill>
              </a:defRPr>
            </a:lvl6pPr>
            <a:lvl7pPr>
              <a:defRPr sz="2700" b="1">
                <a:solidFill>
                  <a:srgbClr val="13294B"/>
                </a:solidFill>
              </a:defRPr>
            </a:lvl7pPr>
            <a:lvl8pPr>
              <a:defRPr sz="2700" b="1">
                <a:solidFill>
                  <a:srgbClr val="13294B"/>
                </a:solidFill>
              </a:defRPr>
            </a:lvl8pPr>
            <a:lvl9pPr>
              <a:defRPr sz="2700" b="1">
                <a:solidFill>
                  <a:srgbClr val="13294B"/>
                </a:solidFill>
              </a:defRPr>
            </a:lvl9pPr>
          </a:lstStyle>
          <a:p xmlns:a="http://schemas.openxmlformats.org/drawingml/2006/main">
            <a:pPr>
              <a:defRPr sz="2700" b="1">
                <a:solidFill>
                  <a:srgbClr val="13294B"/>
                </a:solidFill>
              </a:defRPr>
            </a:pPr>
            <a:r>
              <a:rPr sz="2700" b="1">
                <a:solidFill>
                  <a:srgbClr val="13294B"/>
                </a:solidFill>
              </a:rPr>
              <a:t>Bézier curves preserve smooth boundaries</a:t>
            </a:r>
          </a:p>
        </p:txBody>
      </p:sp>
      <p:sp>
        <p:nvSpPr>
          <p:cNvPr id="3" name="">
            <a:extLst xmlns:a="http://schemas.openxmlformats.org/drawingml/2006/main">
              <a:ext uri="{FF2B5EF4-FFF2-40B4-BE49-F238E27FC236}">
                <a16:creationId xmlns:a16="http://schemas.microsoft.com/office/drawing/2014/main" id="{144422DE-4F89-4044-9320-1DCA4ABB4167}"/>
              </a:ext>
            </a:extLst>
          </p:cNvPr>
          <p:cNvSpPr>
            <a:spLocks xmlns:a="http://schemas.openxmlformats.org/drawingml/2006/main" noGrp="1"/>
          </p:cNvSpPr>
          <p:nvPr/>
        </p:nvSpPr>
        <p:spPr>
          <a:xfrm xmlns:a="http://schemas.openxmlformats.org/drawingml/2006/main">
            <a:off x="685800" y="1381125"/>
            <a:ext cx="876300" cy="47625"/>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B786C22-05DD-4C4D-ADDB-47A3686FEB40}"/>
              </a:ext>
            </a:extLst>
          </p:cNvPr>
          <p:cNvSpPr>
            <a:spLocks xmlns:a="http://schemas.openxmlformats.org/drawingml/2006/main" noGrp="1"/>
          </p:cNvSpPr>
          <p:nvPr/>
        </p:nvSpPr>
        <p:spPr>
          <a:xfrm xmlns:a="http://schemas.openxmlformats.org/drawingml/2006/main">
            <a:off x="11144250" y="400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579"/>
                </a:solidFill>
              </a:defRPr>
            </a:defPPr>
            <a:lvl1pPr>
              <a:defRPr sz="975" b="1">
                <a:solidFill>
                  <a:srgbClr val="536579"/>
                </a:solidFill>
              </a:defRPr>
            </a:lvl1pPr>
            <a:lvl2pPr>
              <a:defRPr sz="975" b="1">
                <a:solidFill>
                  <a:srgbClr val="536579"/>
                </a:solidFill>
              </a:defRPr>
            </a:lvl2pPr>
            <a:lvl3pPr>
              <a:defRPr sz="975" b="1">
                <a:solidFill>
                  <a:srgbClr val="536579"/>
                </a:solidFill>
              </a:defRPr>
            </a:lvl3pPr>
            <a:lvl4pPr>
              <a:defRPr sz="975" b="1">
                <a:solidFill>
                  <a:srgbClr val="536579"/>
                </a:solidFill>
              </a:defRPr>
            </a:lvl4pPr>
            <a:lvl5pPr>
              <a:defRPr sz="975" b="1">
                <a:solidFill>
                  <a:srgbClr val="536579"/>
                </a:solidFill>
              </a:defRPr>
            </a:lvl5pPr>
            <a:lvl6pPr>
              <a:defRPr sz="975" b="1">
                <a:solidFill>
                  <a:srgbClr val="536579"/>
                </a:solidFill>
              </a:defRPr>
            </a:lvl6pPr>
            <a:lvl7pPr>
              <a:defRPr sz="975" b="1">
                <a:solidFill>
                  <a:srgbClr val="536579"/>
                </a:solidFill>
              </a:defRPr>
            </a:lvl7pPr>
            <a:lvl8pPr>
              <a:defRPr sz="975" b="1">
                <a:solidFill>
                  <a:srgbClr val="536579"/>
                </a:solidFill>
              </a:defRPr>
            </a:lvl8pPr>
            <a:lvl9pPr>
              <a:defRPr sz="975" b="1">
                <a:solidFill>
                  <a:srgbClr val="536579"/>
                </a:solidFill>
              </a:defRPr>
            </a:lvl9pPr>
          </a:lstStyle>
          <a:p xmlns:a="http://schemas.openxmlformats.org/drawingml/2006/main">
            <a:pPr>
              <a:defRPr sz="975" b="1">
                <a:solidFill>
                  <a:srgbClr val="536579"/>
                </a:solidFill>
              </a:defRPr>
            </a:pPr>
            <a:r>
              <a:rPr sz="975" b="1">
                <a:solidFill>
                  <a:srgbClr val="536579"/>
                </a:solidFill>
              </a:rPr>
              <a:t>06</a:t>
            </a:r>
          </a:p>
        </p:txBody>
      </p:sp>
      <p:sp>
        <p:nvSpPr>
          <p:cNvPr id="5" name="">
            <a:extLst xmlns:a="http://schemas.openxmlformats.org/drawingml/2006/main">
              <a:ext uri="{FF2B5EF4-FFF2-40B4-BE49-F238E27FC236}">
                <a16:creationId xmlns:a16="http://schemas.microsoft.com/office/drawing/2014/main" id="{EF3BC0FA-7A2D-42BF-B96A-1A747883EE0F}"/>
              </a:ext>
            </a:extLst>
          </p:cNvPr>
          <p:cNvSpPr>
            <a:spLocks xmlns:a="http://schemas.openxmlformats.org/drawingml/2006/main" noGrp="1"/>
          </p:cNvSpPr>
          <p:nvPr/>
        </p:nvSpPr>
        <p:spPr>
          <a:xfrm xmlns:a="http://schemas.openxmlformats.org/drawingml/2006/main">
            <a:off x="68580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a:solidFill>
                  <a:srgbClr val="536579"/>
                </a:solidFill>
              </a:defRPr>
            </a:defPPr>
            <a:lvl1pPr>
              <a:defRPr sz="825">
                <a:solidFill>
                  <a:srgbClr val="536579"/>
                </a:solidFill>
              </a:defRPr>
            </a:lvl1pPr>
            <a:lvl2pPr>
              <a:defRPr sz="825">
                <a:solidFill>
                  <a:srgbClr val="536579"/>
                </a:solidFill>
              </a:defRPr>
            </a:lvl2pPr>
            <a:lvl3pPr>
              <a:defRPr sz="825">
                <a:solidFill>
                  <a:srgbClr val="536579"/>
                </a:solidFill>
              </a:defRPr>
            </a:lvl3pPr>
            <a:lvl4pPr>
              <a:defRPr sz="825">
                <a:solidFill>
                  <a:srgbClr val="536579"/>
                </a:solidFill>
              </a:defRPr>
            </a:lvl4pPr>
            <a:lvl5pPr>
              <a:defRPr sz="825">
                <a:solidFill>
                  <a:srgbClr val="536579"/>
                </a:solidFill>
              </a:defRPr>
            </a:lvl5pPr>
            <a:lvl6pPr>
              <a:defRPr sz="825">
                <a:solidFill>
                  <a:srgbClr val="536579"/>
                </a:solidFill>
              </a:defRPr>
            </a:lvl6pPr>
            <a:lvl7pPr>
              <a:defRPr sz="825">
                <a:solidFill>
                  <a:srgbClr val="536579"/>
                </a:solidFill>
              </a:defRPr>
            </a:lvl7pPr>
            <a:lvl8pPr>
              <a:defRPr sz="825">
                <a:solidFill>
                  <a:srgbClr val="536579"/>
                </a:solidFill>
              </a:defRPr>
            </a:lvl8pPr>
            <a:lvl9pPr>
              <a:defRPr sz="825">
                <a:solidFill>
                  <a:srgbClr val="536579"/>
                </a:solidFill>
              </a:defRPr>
            </a:lvl9pPr>
          </a:lstStyle>
          <a:p xmlns:a="http://schemas.openxmlformats.org/drawingml/2006/main">
            <a:pPr>
              <a:defRPr sz="825">
                <a:solidFill>
                  <a:srgbClr val="536579"/>
                </a:solidFill>
              </a:defRPr>
            </a:pPr>
            <a:r>
              <a:rPr sz="825">
                <a:solidFill>
                  <a:srgbClr val="536579"/>
                </a:solidFill>
              </a:rPr>
              <a:t>UNC COMP 523 Team E  ·  Hamsini Tankala</a:t>
            </a:r>
          </a:p>
        </p:txBody>
      </p:sp>
      <p:pic>
        <p:nvPicPr>
          <p:cNvPr id="6" name="">
            <a:extLst xmlns:a="http://schemas.openxmlformats.org/drawingml/2006/main">
              <a:ext uri="{FF2B5EF4-FFF2-40B4-BE49-F238E27FC236}">
                <a16:creationId xmlns:a16="http://schemas.microsoft.com/office/drawing/2014/main" id="{E5F74846-F23E-40D1-8BBA-28540EB410C7}"/>
              </a:ext>
            </a:extLst>
          </p:cNvPr>
          <p:cNvPicPr>
            <a:picLocks xmlns:a="http://schemas.openxmlformats.org/drawingml/2006/main" noChangeAspect="1"/>
          </p:cNvPicPr>
          <p:nvPr/>
        </p:nvPicPr>
        <p:blipFill>
          <a:blip xmlns:r="http://schemas.openxmlformats.org/officeDocument/2006/relationships" xmlns:a="http://schemas.openxmlformats.org/drawingml/2006/main" r:embed="Reaf93917997a4aed"/>
          <a:stretch xmlns:a="http://schemas.openxmlformats.org/drawingml/2006/main"/>
        </p:blipFill>
        <p:spPr>
          <a:xfrm xmlns:a="http://schemas.openxmlformats.org/drawingml/2006/main">
            <a:off x="6858000" y="2311400"/>
            <a:ext cx="4095750" cy="273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49C5538-C641-4296-83BF-AED929458403}"/>
              </a:ext>
            </a:extLst>
          </p:cNvPr>
          <p:cNvSpPr>
            <a:spLocks xmlns:a="http://schemas.openxmlformats.org/drawingml/2006/main" noGrp="1"/>
          </p:cNvSpPr>
          <p:nvPr/>
        </p:nvSpPr>
        <p:spPr>
          <a:xfrm xmlns:a="http://schemas.openxmlformats.org/drawingml/2006/main">
            <a:off x="819150" y="19812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950" b="1">
                <a:solidFill>
                  <a:srgbClr val="4B9CD3"/>
                </a:solidFill>
              </a:defRPr>
            </a:defPPr>
            <a:lvl1pPr>
              <a:defRPr sz="1950" b="1">
                <a:solidFill>
                  <a:srgbClr val="4B9CD3"/>
                </a:solidFill>
              </a:defRPr>
            </a:lvl1pPr>
            <a:lvl2pPr>
              <a:defRPr sz="1950" b="1">
                <a:solidFill>
                  <a:srgbClr val="4B9CD3"/>
                </a:solidFill>
              </a:defRPr>
            </a:lvl2pPr>
            <a:lvl3pPr>
              <a:defRPr sz="1950" b="1">
                <a:solidFill>
                  <a:srgbClr val="4B9CD3"/>
                </a:solidFill>
              </a:defRPr>
            </a:lvl3pPr>
            <a:lvl4pPr>
              <a:defRPr sz="1950" b="1">
                <a:solidFill>
                  <a:srgbClr val="4B9CD3"/>
                </a:solidFill>
              </a:defRPr>
            </a:lvl4pPr>
            <a:lvl5pPr>
              <a:defRPr sz="1950" b="1">
                <a:solidFill>
                  <a:srgbClr val="4B9CD3"/>
                </a:solidFill>
              </a:defRPr>
            </a:lvl5pPr>
            <a:lvl6pPr>
              <a:defRPr sz="1950" b="1">
                <a:solidFill>
                  <a:srgbClr val="4B9CD3"/>
                </a:solidFill>
              </a:defRPr>
            </a:lvl6pPr>
            <a:lvl7pPr>
              <a:defRPr sz="1950" b="1">
                <a:solidFill>
                  <a:srgbClr val="4B9CD3"/>
                </a:solidFill>
              </a:defRPr>
            </a:lvl7pPr>
            <a:lvl8pPr>
              <a:defRPr sz="1950" b="1">
                <a:solidFill>
                  <a:srgbClr val="4B9CD3"/>
                </a:solidFill>
              </a:defRPr>
            </a:lvl8pPr>
            <a:lvl9pPr>
              <a:defRPr sz="1950" b="1">
                <a:solidFill>
                  <a:srgbClr val="4B9CD3"/>
                </a:solidFill>
              </a:defRPr>
            </a:lvl9pPr>
          </a:lstStyle>
          <a:p xmlns:a="http://schemas.openxmlformats.org/drawingml/2006/main">
            <a:pPr>
              <a:defRPr sz="1950" b="1">
                <a:solidFill>
                  <a:srgbClr val="4B9CD3"/>
                </a:solidFill>
              </a:defRPr>
            </a:pPr>
            <a:r>
              <a:rPr sz="1950" b="1">
                <a:solidFill>
                  <a:srgbClr val="4B9CD3"/>
                </a:solidFill>
              </a:rPr>
              <a:t>M 24 60</a:t>
            </a:r>
          </a:p>
        </p:txBody>
      </p:sp>
      <p:sp>
        <p:nvSpPr>
          <p:cNvPr id="8" name="">
            <a:extLst xmlns:a="http://schemas.openxmlformats.org/drawingml/2006/main">
              <a:ext uri="{FF2B5EF4-FFF2-40B4-BE49-F238E27FC236}">
                <a16:creationId xmlns:a16="http://schemas.microsoft.com/office/drawing/2014/main" id="{AFB047E4-1F8B-4A4D-9373-27F23A48BBA3}"/>
              </a:ext>
            </a:extLst>
          </p:cNvPr>
          <p:cNvSpPr>
            <a:spLocks xmlns:a="http://schemas.openxmlformats.org/drawingml/2006/main" noGrp="1"/>
          </p:cNvSpPr>
          <p:nvPr/>
        </p:nvSpPr>
        <p:spPr>
          <a:xfrm xmlns:a="http://schemas.openxmlformats.org/drawingml/2006/main">
            <a:off x="819150" y="24003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a:solidFill>
                  <a:srgbClr val="536579"/>
                </a:solidFill>
              </a:defRPr>
            </a:defPPr>
            <a:lvl1pPr>
              <a:defRPr sz="1350">
                <a:solidFill>
                  <a:srgbClr val="536579"/>
                </a:solidFill>
              </a:defRPr>
            </a:lvl1pPr>
            <a:lvl2pPr>
              <a:defRPr sz="1350">
                <a:solidFill>
                  <a:srgbClr val="536579"/>
                </a:solidFill>
              </a:defRPr>
            </a:lvl2pPr>
            <a:lvl3pPr>
              <a:defRPr sz="1350">
                <a:solidFill>
                  <a:srgbClr val="536579"/>
                </a:solidFill>
              </a:defRPr>
            </a:lvl3pPr>
            <a:lvl4pPr>
              <a:defRPr sz="1350">
                <a:solidFill>
                  <a:srgbClr val="536579"/>
                </a:solidFill>
              </a:defRPr>
            </a:lvl4pPr>
            <a:lvl5pPr>
              <a:defRPr sz="1350">
                <a:solidFill>
                  <a:srgbClr val="536579"/>
                </a:solidFill>
              </a:defRPr>
            </a:lvl5pPr>
            <a:lvl6pPr>
              <a:defRPr sz="1350">
                <a:solidFill>
                  <a:srgbClr val="536579"/>
                </a:solidFill>
              </a:defRPr>
            </a:lvl6pPr>
            <a:lvl7pPr>
              <a:defRPr sz="1350">
                <a:solidFill>
                  <a:srgbClr val="536579"/>
                </a:solidFill>
              </a:defRPr>
            </a:lvl7pPr>
            <a:lvl8pPr>
              <a:defRPr sz="1350">
                <a:solidFill>
                  <a:srgbClr val="536579"/>
                </a:solidFill>
              </a:defRPr>
            </a:lvl8pPr>
            <a:lvl9pPr>
              <a:defRPr sz="1350">
                <a:solidFill>
                  <a:srgbClr val="536579"/>
                </a:solidFill>
              </a:defRPr>
            </a:lvl9pPr>
          </a:lstStyle>
          <a:p xmlns:a="http://schemas.openxmlformats.org/drawingml/2006/main">
            <a:pPr>
              <a:defRPr sz="1350">
                <a:solidFill>
                  <a:srgbClr val="536579"/>
                </a:solidFill>
              </a:defRPr>
            </a:pPr>
            <a:r>
              <a:rPr sz="1350">
                <a:solidFill>
                  <a:srgbClr val="536579"/>
                </a:solidFill>
              </a:rPr>
              <a:t>move to a starting point</a:t>
            </a:r>
          </a:p>
        </p:txBody>
      </p:sp>
      <p:sp>
        <p:nvSpPr>
          <p:cNvPr id="9" name="">
            <a:extLst xmlns:a="http://schemas.openxmlformats.org/drawingml/2006/main">
              <a:ext uri="{FF2B5EF4-FFF2-40B4-BE49-F238E27FC236}">
                <a16:creationId xmlns:a16="http://schemas.microsoft.com/office/drawing/2014/main" id="{EED15924-C0D4-4FD3-A143-D3DCCC6AF0ED}"/>
              </a:ext>
            </a:extLst>
          </p:cNvPr>
          <p:cNvSpPr>
            <a:spLocks xmlns:a="http://schemas.openxmlformats.org/drawingml/2006/main" noGrp="1"/>
          </p:cNvSpPr>
          <p:nvPr/>
        </p:nvSpPr>
        <p:spPr>
          <a:xfrm xmlns:a="http://schemas.openxmlformats.org/drawingml/2006/main">
            <a:off x="819150" y="31432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4F7C67"/>
                </a:solidFill>
              </a:defRPr>
            </a:defPPr>
            <a:lvl1pPr>
              <a:defRPr sz="1875" b="1">
                <a:solidFill>
                  <a:srgbClr val="4F7C67"/>
                </a:solidFill>
              </a:defRPr>
            </a:lvl1pPr>
            <a:lvl2pPr>
              <a:defRPr sz="1875" b="1">
                <a:solidFill>
                  <a:srgbClr val="4F7C67"/>
                </a:solidFill>
              </a:defRPr>
            </a:lvl2pPr>
            <a:lvl3pPr>
              <a:defRPr sz="1875" b="1">
                <a:solidFill>
                  <a:srgbClr val="4F7C67"/>
                </a:solidFill>
              </a:defRPr>
            </a:lvl3pPr>
            <a:lvl4pPr>
              <a:defRPr sz="1875" b="1">
                <a:solidFill>
                  <a:srgbClr val="4F7C67"/>
                </a:solidFill>
              </a:defRPr>
            </a:lvl4pPr>
            <a:lvl5pPr>
              <a:defRPr sz="1875" b="1">
                <a:solidFill>
                  <a:srgbClr val="4F7C67"/>
                </a:solidFill>
              </a:defRPr>
            </a:lvl5pPr>
            <a:lvl6pPr>
              <a:defRPr sz="1875" b="1">
                <a:solidFill>
                  <a:srgbClr val="4F7C67"/>
                </a:solidFill>
              </a:defRPr>
            </a:lvl6pPr>
            <a:lvl7pPr>
              <a:defRPr sz="1875" b="1">
                <a:solidFill>
                  <a:srgbClr val="4F7C67"/>
                </a:solidFill>
              </a:defRPr>
            </a:lvl7pPr>
            <a:lvl8pPr>
              <a:defRPr sz="1875" b="1">
                <a:solidFill>
                  <a:srgbClr val="4F7C67"/>
                </a:solidFill>
              </a:defRPr>
            </a:lvl8pPr>
            <a:lvl9pPr>
              <a:defRPr sz="1875" b="1">
                <a:solidFill>
                  <a:srgbClr val="4F7C67"/>
                </a:solidFill>
              </a:defRPr>
            </a:lvl9pPr>
          </a:lstStyle>
          <a:p xmlns:a="http://schemas.openxmlformats.org/drawingml/2006/main">
            <a:pPr>
              <a:defRPr sz="1875" b="1">
                <a:solidFill>
                  <a:srgbClr val="4F7C67"/>
                </a:solidFill>
              </a:defRPr>
            </a:pPr>
            <a:r>
              <a:rPr sz="1875" b="1">
                <a:solidFill>
                  <a:srgbClr val="4F7C67"/>
                </a:solidFill>
              </a:rPr>
              <a:t>C 40 10, 90 10, 108 60</a:t>
            </a:r>
          </a:p>
        </p:txBody>
      </p:sp>
      <p:sp>
        <p:nvSpPr>
          <p:cNvPr id="10" name="">
            <a:extLst xmlns:a="http://schemas.openxmlformats.org/drawingml/2006/main">
              <a:ext uri="{FF2B5EF4-FFF2-40B4-BE49-F238E27FC236}">
                <a16:creationId xmlns:a16="http://schemas.microsoft.com/office/drawing/2014/main" id="{67C8642D-3F1E-4CF6-9449-76CE66419538}"/>
              </a:ext>
            </a:extLst>
          </p:cNvPr>
          <p:cNvSpPr>
            <a:spLocks xmlns:a="http://schemas.openxmlformats.org/drawingml/2006/main" noGrp="1"/>
          </p:cNvSpPr>
          <p:nvPr/>
        </p:nvSpPr>
        <p:spPr>
          <a:xfrm xmlns:a="http://schemas.openxmlformats.org/drawingml/2006/main">
            <a:off x="819150" y="3562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a:solidFill>
                  <a:srgbClr val="536579"/>
                </a:solidFill>
              </a:defRPr>
            </a:defPPr>
            <a:lvl1pPr>
              <a:defRPr sz="1350">
                <a:solidFill>
                  <a:srgbClr val="536579"/>
                </a:solidFill>
              </a:defRPr>
            </a:lvl1pPr>
            <a:lvl2pPr>
              <a:defRPr sz="1350">
                <a:solidFill>
                  <a:srgbClr val="536579"/>
                </a:solidFill>
              </a:defRPr>
            </a:lvl2pPr>
            <a:lvl3pPr>
              <a:defRPr sz="1350">
                <a:solidFill>
                  <a:srgbClr val="536579"/>
                </a:solidFill>
              </a:defRPr>
            </a:lvl3pPr>
            <a:lvl4pPr>
              <a:defRPr sz="1350">
                <a:solidFill>
                  <a:srgbClr val="536579"/>
                </a:solidFill>
              </a:defRPr>
            </a:lvl4pPr>
            <a:lvl5pPr>
              <a:defRPr sz="1350">
                <a:solidFill>
                  <a:srgbClr val="536579"/>
                </a:solidFill>
              </a:defRPr>
            </a:lvl5pPr>
            <a:lvl6pPr>
              <a:defRPr sz="1350">
                <a:solidFill>
                  <a:srgbClr val="536579"/>
                </a:solidFill>
              </a:defRPr>
            </a:lvl6pPr>
            <a:lvl7pPr>
              <a:defRPr sz="1350">
                <a:solidFill>
                  <a:srgbClr val="536579"/>
                </a:solidFill>
              </a:defRPr>
            </a:lvl7pPr>
            <a:lvl8pPr>
              <a:defRPr sz="1350">
                <a:solidFill>
                  <a:srgbClr val="536579"/>
                </a:solidFill>
              </a:defRPr>
            </a:lvl8pPr>
            <a:lvl9pPr>
              <a:defRPr sz="1350">
                <a:solidFill>
                  <a:srgbClr val="536579"/>
                </a:solidFill>
              </a:defRPr>
            </a:lvl9pPr>
          </a:lstStyle>
          <a:p xmlns:a="http://schemas.openxmlformats.org/drawingml/2006/main">
            <a:pPr>
              <a:defRPr sz="1350">
                <a:solidFill>
                  <a:srgbClr val="536579"/>
                </a:solidFill>
              </a:defRPr>
            </a:pPr>
            <a:r>
              <a:rPr sz="1350">
                <a:solidFill>
                  <a:srgbClr val="536579"/>
                </a:solidFill>
              </a:rPr>
              <a:t>cubic curve with two controls</a:t>
            </a:r>
          </a:p>
        </p:txBody>
      </p:sp>
      <p:sp>
        <p:nvSpPr>
          <p:cNvPr id="11" name="">
            <a:extLst xmlns:a="http://schemas.openxmlformats.org/drawingml/2006/main">
              <a:ext uri="{FF2B5EF4-FFF2-40B4-BE49-F238E27FC236}">
                <a16:creationId xmlns:a16="http://schemas.microsoft.com/office/drawing/2014/main" id="{A9E0A477-7C7B-491D-9E2B-F0DB87110916}"/>
              </a:ext>
            </a:extLst>
          </p:cNvPr>
          <p:cNvSpPr>
            <a:spLocks xmlns:a="http://schemas.openxmlformats.org/drawingml/2006/main" noGrp="1"/>
          </p:cNvSpPr>
          <p:nvPr/>
        </p:nvSpPr>
        <p:spPr>
          <a:xfrm xmlns:a="http://schemas.openxmlformats.org/drawingml/2006/main">
            <a:off x="819150" y="430530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D59F36"/>
                </a:solidFill>
              </a:defRPr>
            </a:defPPr>
            <a:lvl1pPr>
              <a:defRPr sz="2025" b="1">
                <a:solidFill>
                  <a:srgbClr val="D59F36"/>
                </a:solidFill>
              </a:defRPr>
            </a:lvl1pPr>
            <a:lvl2pPr>
              <a:defRPr sz="2025" b="1">
                <a:solidFill>
                  <a:srgbClr val="D59F36"/>
                </a:solidFill>
              </a:defRPr>
            </a:lvl2pPr>
            <a:lvl3pPr>
              <a:defRPr sz="2025" b="1">
                <a:solidFill>
                  <a:srgbClr val="D59F36"/>
                </a:solidFill>
              </a:defRPr>
            </a:lvl3pPr>
            <a:lvl4pPr>
              <a:defRPr sz="2025" b="1">
                <a:solidFill>
                  <a:srgbClr val="D59F36"/>
                </a:solidFill>
              </a:defRPr>
            </a:lvl4pPr>
            <a:lvl5pPr>
              <a:defRPr sz="2025" b="1">
                <a:solidFill>
                  <a:srgbClr val="D59F36"/>
                </a:solidFill>
              </a:defRPr>
            </a:lvl5pPr>
            <a:lvl6pPr>
              <a:defRPr sz="2025" b="1">
                <a:solidFill>
                  <a:srgbClr val="D59F36"/>
                </a:solidFill>
              </a:defRPr>
            </a:lvl6pPr>
            <a:lvl7pPr>
              <a:defRPr sz="2025" b="1">
                <a:solidFill>
                  <a:srgbClr val="D59F36"/>
                </a:solidFill>
              </a:defRPr>
            </a:lvl7pPr>
            <a:lvl8pPr>
              <a:defRPr sz="2025" b="1">
                <a:solidFill>
                  <a:srgbClr val="D59F36"/>
                </a:solidFill>
              </a:defRPr>
            </a:lvl8pPr>
            <a:lvl9pPr>
              <a:defRPr sz="2025" b="1">
                <a:solidFill>
                  <a:srgbClr val="D59F36"/>
                </a:solidFill>
              </a:defRPr>
            </a:lvl9pPr>
          </a:lstStyle>
          <a:p xmlns:a="http://schemas.openxmlformats.org/drawingml/2006/main">
            <a:pPr>
              <a:defRPr sz="2025" b="1">
                <a:solidFill>
                  <a:srgbClr val="D59F36"/>
                </a:solidFill>
              </a:defRPr>
            </a:pPr>
            <a:r>
              <a:rPr sz="2025" b="1">
                <a:solidFill>
                  <a:srgbClr val="D59F36"/>
                </a:solidFill>
              </a:rPr>
              <a:t>Z</a:t>
            </a:r>
          </a:p>
        </p:txBody>
      </p:sp>
      <p:sp>
        <p:nvSpPr>
          <p:cNvPr id="12" name="">
            <a:extLst xmlns:a="http://schemas.openxmlformats.org/drawingml/2006/main">
              <a:ext uri="{FF2B5EF4-FFF2-40B4-BE49-F238E27FC236}">
                <a16:creationId xmlns:a16="http://schemas.microsoft.com/office/drawing/2014/main" id="{46644DF1-4BC2-4592-A7FF-675FD93A1889}"/>
              </a:ext>
            </a:extLst>
          </p:cNvPr>
          <p:cNvSpPr>
            <a:spLocks xmlns:a="http://schemas.openxmlformats.org/drawingml/2006/main" noGrp="1"/>
          </p:cNvSpPr>
          <p:nvPr/>
        </p:nvSpPr>
        <p:spPr>
          <a:xfrm xmlns:a="http://schemas.openxmlformats.org/drawingml/2006/main">
            <a:off x="819150" y="47244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a:solidFill>
                  <a:srgbClr val="536579"/>
                </a:solidFill>
              </a:defRPr>
            </a:defPPr>
            <a:lvl1pPr>
              <a:defRPr sz="1350">
                <a:solidFill>
                  <a:srgbClr val="536579"/>
                </a:solidFill>
              </a:defRPr>
            </a:lvl1pPr>
            <a:lvl2pPr>
              <a:defRPr sz="1350">
                <a:solidFill>
                  <a:srgbClr val="536579"/>
                </a:solidFill>
              </a:defRPr>
            </a:lvl2pPr>
            <a:lvl3pPr>
              <a:defRPr sz="1350">
                <a:solidFill>
                  <a:srgbClr val="536579"/>
                </a:solidFill>
              </a:defRPr>
            </a:lvl3pPr>
            <a:lvl4pPr>
              <a:defRPr sz="1350">
                <a:solidFill>
                  <a:srgbClr val="536579"/>
                </a:solidFill>
              </a:defRPr>
            </a:lvl4pPr>
            <a:lvl5pPr>
              <a:defRPr sz="1350">
                <a:solidFill>
                  <a:srgbClr val="536579"/>
                </a:solidFill>
              </a:defRPr>
            </a:lvl5pPr>
            <a:lvl6pPr>
              <a:defRPr sz="1350">
                <a:solidFill>
                  <a:srgbClr val="536579"/>
                </a:solidFill>
              </a:defRPr>
            </a:lvl6pPr>
            <a:lvl7pPr>
              <a:defRPr sz="1350">
                <a:solidFill>
                  <a:srgbClr val="536579"/>
                </a:solidFill>
              </a:defRPr>
            </a:lvl7pPr>
            <a:lvl8pPr>
              <a:defRPr sz="1350">
                <a:solidFill>
                  <a:srgbClr val="536579"/>
                </a:solidFill>
              </a:defRPr>
            </a:lvl8pPr>
            <a:lvl9pPr>
              <a:defRPr sz="1350">
                <a:solidFill>
                  <a:srgbClr val="536579"/>
                </a:solidFill>
              </a:defRPr>
            </a:lvl9pPr>
          </a:lstStyle>
          <a:p xmlns:a="http://schemas.openxmlformats.org/drawingml/2006/main">
            <a:pPr>
              <a:defRPr sz="1350">
                <a:solidFill>
                  <a:srgbClr val="536579"/>
                </a:solidFill>
              </a:defRPr>
            </a:pPr>
            <a:r>
              <a:rPr sz="1350">
                <a:solidFill>
                  <a:srgbClr val="536579"/>
                </a:solidFill>
              </a:rPr>
              <a:t>close the current path</a:t>
            </a:r>
          </a:p>
        </p:txBody>
      </p:sp>
      <p:sp>
        <p:nvSpPr>
          <p:cNvPr id="13" name="">
            <a:extLst xmlns:a="http://schemas.openxmlformats.org/drawingml/2006/main">
              <a:ext uri="{FF2B5EF4-FFF2-40B4-BE49-F238E27FC236}">
                <a16:creationId xmlns:a16="http://schemas.microsoft.com/office/drawing/2014/main" id="{7A26FE7B-D474-4B47-8581-ACAD7F7857C3}"/>
              </a:ext>
            </a:extLst>
          </p:cNvPr>
          <p:cNvSpPr>
            <a:spLocks xmlns:a="http://schemas.openxmlformats.org/drawingml/2006/main" noGrp="1"/>
          </p:cNvSpPr>
          <p:nvPr/>
        </p:nvSpPr>
        <p:spPr>
          <a:xfrm xmlns:a="http://schemas.openxmlformats.org/drawingml/2006/main">
            <a:off x="819150" y="5391150"/>
            <a:ext cx="5429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3294B"/>
                </a:solidFill>
              </a:defRPr>
            </a:defPPr>
            <a:lvl1pPr>
              <a:defRPr sz="1425" b="1">
                <a:solidFill>
                  <a:srgbClr val="13294B"/>
                </a:solidFill>
              </a:defRPr>
            </a:lvl1pPr>
            <a:lvl2pPr>
              <a:defRPr sz="1425" b="1">
                <a:solidFill>
                  <a:srgbClr val="13294B"/>
                </a:solidFill>
              </a:defRPr>
            </a:lvl2pPr>
            <a:lvl3pPr>
              <a:defRPr sz="1425" b="1">
                <a:solidFill>
                  <a:srgbClr val="13294B"/>
                </a:solidFill>
              </a:defRPr>
            </a:lvl3pPr>
            <a:lvl4pPr>
              <a:defRPr sz="1425" b="1">
                <a:solidFill>
                  <a:srgbClr val="13294B"/>
                </a:solidFill>
              </a:defRPr>
            </a:lvl4pPr>
            <a:lvl5pPr>
              <a:defRPr sz="1425" b="1">
                <a:solidFill>
                  <a:srgbClr val="13294B"/>
                </a:solidFill>
              </a:defRPr>
            </a:lvl5pPr>
            <a:lvl6pPr>
              <a:defRPr sz="1425" b="1">
                <a:solidFill>
                  <a:srgbClr val="13294B"/>
                </a:solidFill>
              </a:defRPr>
            </a:lvl6pPr>
            <a:lvl7pPr>
              <a:defRPr sz="1425" b="1">
                <a:solidFill>
                  <a:srgbClr val="13294B"/>
                </a:solidFill>
              </a:defRPr>
            </a:lvl7pPr>
            <a:lvl8pPr>
              <a:defRPr sz="1425" b="1">
                <a:solidFill>
                  <a:srgbClr val="13294B"/>
                </a:solidFill>
              </a:defRPr>
            </a:lvl8pPr>
            <a:lvl9pPr>
              <a:defRPr sz="1425" b="1">
                <a:solidFill>
                  <a:srgbClr val="13294B"/>
                </a:solidFill>
              </a:defRPr>
            </a:lvl9pPr>
          </a:lstStyle>
          <a:p xmlns:a="http://schemas.openxmlformats.org/drawingml/2006/main">
            <a:pPr>
              <a:defRPr sz="1425" b="1">
                <a:solidFill>
                  <a:srgbClr val="13294B"/>
                </a:solidFill>
              </a:defRPr>
            </a:pPr>
            <a:r>
              <a:rPr sz="1425" b="1">
                <a:solidFill>
                  <a:srgbClr val="13294B"/>
                </a:solidFill>
              </a:rPr>
              <a:t>Cubic curves store shape with a few control points instead of a chain of pixel-sized segments.</a:t>
            </a:r>
          </a:p>
        </p:txBody>
      </p:sp>
    </p:spTree>
    <p:extLst>
      <p:ext uri="{BB962C8B-B14F-4D97-AF65-F5344CB8AC3E}">
        <p14:creationId xmlns:p14="http://schemas.microsoft.com/office/powerpoint/2010/main" val="479557455"/>
      </p:ext>
    </p:extLst>
  </p:cSld>
</p:sld>
</file>

<file path=ppt/slides/slide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59AE582-4A20-4EF0-8D97-281B6C6ECC46}"/>
              </a:ext>
            </a:extLst>
          </p:cNvPr>
          <p:cNvSpPr>
            <a:spLocks xmlns:a="http://schemas.openxmlformats.org/drawingml/2006/main" noGrp="1"/>
          </p:cNvSpPr>
          <p:nvPr/>
        </p:nvSpPr>
        <p:spPr>
          <a:xfrm xmlns:a="http://schemas.openxmlformats.org/drawingml/2006/main">
            <a:off x="68580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9CD3"/>
                </a:solidFill>
              </a:defRPr>
            </a:defPPr>
            <a:lvl1pPr>
              <a:defRPr sz="975" b="1">
                <a:solidFill>
                  <a:srgbClr val="4B9CD3"/>
                </a:solidFill>
              </a:defRPr>
            </a:lvl1pPr>
            <a:lvl2pPr>
              <a:defRPr sz="975" b="1">
                <a:solidFill>
                  <a:srgbClr val="4B9CD3"/>
                </a:solidFill>
              </a:defRPr>
            </a:lvl2pPr>
            <a:lvl3pPr>
              <a:defRPr sz="975" b="1">
                <a:solidFill>
                  <a:srgbClr val="4B9CD3"/>
                </a:solidFill>
              </a:defRPr>
            </a:lvl3pPr>
            <a:lvl4pPr>
              <a:defRPr sz="975" b="1">
                <a:solidFill>
                  <a:srgbClr val="4B9CD3"/>
                </a:solidFill>
              </a:defRPr>
            </a:lvl4pPr>
            <a:lvl5pPr>
              <a:defRPr sz="975" b="1">
                <a:solidFill>
                  <a:srgbClr val="4B9CD3"/>
                </a:solidFill>
              </a:defRPr>
            </a:lvl5pPr>
            <a:lvl6pPr>
              <a:defRPr sz="975" b="1">
                <a:solidFill>
                  <a:srgbClr val="4B9CD3"/>
                </a:solidFill>
              </a:defRPr>
            </a:lvl6pPr>
            <a:lvl7pPr>
              <a:defRPr sz="975" b="1">
                <a:solidFill>
                  <a:srgbClr val="4B9CD3"/>
                </a:solidFill>
              </a:defRPr>
            </a:lvl7pPr>
            <a:lvl8pPr>
              <a:defRPr sz="975" b="1">
                <a:solidFill>
                  <a:srgbClr val="4B9CD3"/>
                </a:solidFill>
              </a:defRPr>
            </a:lvl8pPr>
            <a:lvl9pPr>
              <a:defRPr sz="975" b="1">
                <a:solidFill>
                  <a:srgbClr val="4B9CD3"/>
                </a:solidFill>
              </a:defRPr>
            </a:lvl9pPr>
          </a:lstStyle>
          <a:p xmlns:a="http://schemas.openxmlformats.org/drawingml/2006/main">
            <a:pPr>
              <a:defRPr sz="975" b="1">
                <a:solidFill>
                  <a:srgbClr val="4B9CD3"/>
                </a:solidFill>
              </a:defRPr>
            </a:pPr>
            <a:r>
              <a:rPr sz="975" b="1">
                <a:solidFill>
                  <a:srgbClr val="4B9CD3"/>
                </a:solidFill>
              </a:rPr>
              <a:t>IMAGE VECTORIZATION</a:t>
            </a:r>
          </a:p>
        </p:txBody>
      </p:sp>
      <p:sp>
        <p:nvSpPr>
          <p:cNvPr id="2" name="">
            <a:extLst xmlns:a="http://schemas.openxmlformats.org/drawingml/2006/main">
              <a:ext uri="{FF2B5EF4-FFF2-40B4-BE49-F238E27FC236}">
                <a16:creationId xmlns:a16="http://schemas.microsoft.com/office/drawing/2014/main" id="{F69DEA8A-E0A1-4FA6-A700-BF2334E1BBB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3294B"/>
                </a:solidFill>
              </a:defRPr>
            </a:defPPr>
            <a:lvl1pPr>
              <a:defRPr sz="2700" b="1">
                <a:solidFill>
                  <a:srgbClr val="13294B"/>
                </a:solidFill>
              </a:defRPr>
            </a:lvl1pPr>
            <a:lvl2pPr>
              <a:defRPr sz="2700" b="1">
                <a:solidFill>
                  <a:srgbClr val="13294B"/>
                </a:solidFill>
              </a:defRPr>
            </a:lvl2pPr>
            <a:lvl3pPr>
              <a:defRPr sz="2700" b="1">
                <a:solidFill>
                  <a:srgbClr val="13294B"/>
                </a:solidFill>
              </a:defRPr>
            </a:lvl3pPr>
            <a:lvl4pPr>
              <a:defRPr sz="2700" b="1">
                <a:solidFill>
                  <a:srgbClr val="13294B"/>
                </a:solidFill>
              </a:defRPr>
            </a:lvl4pPr>
            <a:lvl5pPr>
              <a:defRPr sz="2700" b="1">
                <a:solidFill>
                  <a:srgbClr val="13294B"/>
                </a:solidFill>
              </a:defRPr>
            </a:lvl5pPr>
            <a:lvl6pPr>
              <a:defRPr sz="2700" b="1">
                <a:solidFill>
                  <a:srgbClr val="13294B"/>
                </a:solidFill>
              </a:defRPr>
            </a:lvl6pPr>
            <a:lvl7pPr>
              <a:defRPr sz="2700" b="1">
                <a:solidFill>
                  <a:srgbClr val="13294B"/>
                </a:solidFill>
              </a:defRPr>
            </a:lvl7pPr>
            <a:lvl8pPr>
              <a:defRPr sz="2700" b="1">
                <a:solidFill>
                  <a:srgbClr val="13294B"/>
                </a:solidFill>
              </a:defRPr>
            </a:lvl8pPr>
            <a:lvl9pPr>
              <a:defRPr sz="2700" b="1">
                <a:solidFill>
                  <a:srgbClr val="13294B"/>
                </a:solidFill>
              </a:defRPr>
            </a:lvl9pPr>
          </a:lstStyle>
          <a:p xmlns:a="http://schemas.openxmlformats.org/drawingml/2006/main">
            <a:pPr>
              <a:defRPr sz="2700" b="1">
                <a:solidFill>
                  <a:srgbClr val="13294B"/>
                </a:solidFill>
              </a:defRPr>
            </a:pPr>
            <a:r>
              <a:rPr sz="2700" b="1">
                <a:solidFill>
                  <a:srgbClr val="13294B"/>
                </a:solidFill>
              </a:rPr>
              <a:t>Topology determines what gets cut</a:t>
            </a:r>
          </a:p>
        </p:txBody>
      </p:sp>
      <p:sp>
        <p:nvSpPr>
          <p:cNvPr id="3" name="">
            <a:extLst xmlns:a="http://schemas.openxmlformats.org/drawingml/2006/main">
              <a:ext uri="{FF2B5EF4-FFF2-40B4-BE49-F238E27FC236}">
                <a16:creationId xmlns:a16="http://schemas.microsoft.com/office/drawing/2014/main" id="{35AC48C2-6963-4676-BDC4-BAC9F1790B2E}"/>
              </a:ext>
            </a:extLst>
          </p:cNvPr>
          <p:cNvSpPr>
            <a:spLocks xmlns:a="http://schemas.openxmlformats.org/drawingml/2006/main" noGrp="1"/>
          </p:cNvSpPr>
          <p:nvPr/>
        </p:nvSpPr>
        <p:spPr>
          <a:xfrm xmlns:a="http://schemas.openxmlformats.org/drawingml/2006/main">
            <a:off x="685800" y="1381125"/>
            <a:ext cx="876300" cy="47625"/>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C0E8AE5-F862-43C6-8CC0-87A1985A018C}"/>
              </a:ext>
            </a:extLst>
          </p:cNvPr>
          <p:cNvSpPr>
            <a:spLocks xmlns:a="http://schemas.openxmlformats.org/drawingml/2006/main" noGrp="1"/>
          </p:cNvSpPr>
          <p:nvPr/>
        </p:nvSpPr>
        <p:spPr>
          <a:xfrm xmlns:a="http://schemas.openxmlformats.org/drawingml/2006/main">
            <a:off x="11144250" y="400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579"/>
                </a:solidFill>
              </a:defRPr>
            </a:defPPr>
            <a:lvl1pPr>
              <a:defRPr sz="975" b="1">
                <a:solidFill>
                  <a:srgbClr val="536579"/>
                </a:solidFill>
              </a:defRPr>
            </a:lvl1pPr>
            <a:lvl2pPr>
              <a:defRPr sz="975" b="1">
                <a:solidFill>
                  <a:srgbClr val="536579"/>
                </a:solidFill>
              </a:defRPr>
            </a:lvl2pPr>
            <a:lvl3pPr>
              <a:defRPr sz="975" b="1">
                <a:solidFill>
                  <a:srgbClr val="536579"/>
                </a:solidFill>
              </a:defRPr>
            </a:lvl3pPr>
            <a:lvl4pPr>
              <a:defRPr sz="975" b="1">
                <a:solidFill>
                  <a:srgbClr val="536579"/>
                </a:solidFill>
              </a:defRPr>
            </a:lvl4pPr>
            <a:lvl5pPr>
              <a:defRPr sz="975" b="1">
                <a:solidFill>
                  <a:srgbClr val="536579"/>
                </a:solidFill>
              </a:defRPr>
            </a:lvl5pPr>
            <a:lvl6pPr>
              <a:defRPr sz="975" b="1">
                <a:solidFill>
                  <a:srgbClr val="536579"/>
                </a:solidFill>
              </a:defRPr>
            </a:lvl6pPr>
            <a:lvl7pPr>
              <a:defRPr sz="975" b="1">
                <a:solidFill>
                  <a:srgbClr val="536579"/>
                </a:solidFill>
              </a:defRPr>
            </a:lvl7pPr>
            <a:lvl8pPr>
              <a:defRPr sz="975" b="1">
                <a:solidFill>
                  <a:srgbClr val="536579"/>
                </a:solidFill>
              </a:defRPr>
            </a:lvl8pPr>
            <a:lvl9pPr>
              <a:defRPr sz="975" b="1">
                <a:solidFill>
                  <a:srgbClr val="536579"/>
                </a:solidFill>
              </a:defRPr>
            </a:lvl9pPr>
          </a:lstStyle>
          <a:p xmlns:a="http://schemas.openxmlformats.org/drawingml/2006/main">
            <a:pPr>
              <a:defRPr sz="975" b="1">
                <a:solidFill>
                  <a:srgbClr val="536579"/>
                </a:solidFill>
              </a:defRPr>
            </a:pPr>
            <a:r>
              <a:rPr sz="975" b="1">
                <a:solidFill>
                  <a:srgbClr val="536579"/>
                </a:solidFill>
              </a:rPr>
              <a:t>07</a:t>
            </a:r>
          </a:p>
        </p:txBody>
      </p:sp>
      <p:sp>
        <p:nvSpPr>
          <p:cNvPr id="5" name="">
            <a:extLst xmlns:a="http://schemas.openxmlformats.org/drawingml/2006/main">
              <a:ext uri="{FF2B5EF4-FFF2-40B4-BE49-F238E27FC236}">
                <a16:creationId xmlns:a16="http://schemas.microsoft.com/office/drawing/2014/main" id="{EA7C3F09-1F5B-4EE4-B5A7-F5F9795CB1E1}"/>
              </a:ext>
            </a:extLst>
          </p:cNvPr>
          <p:cNvSpPr>
            <a:spLocks xmlns:a="http://schemas.openxmlformats.org/drawingml/2006/main" noGrp="1"/>
          </p:cNvSpPr>
          <p:nvPr/>
        </p:nvSpPr>
        <p:spPr>
          <a:xfrm xmlns:a="http://schemas.openxmlformats.org/drawingml/2006/main">
            <a:off x="68580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a:solidFill>
                  <a:srgbClr val="536579"/>
                </a:solidFill>
              </a:defRPr>
            </a:defPPr>
            <a:lvl1pPr>
              <a:defRPr sz="825">
                <a:solidFill>
                  <a:srgbClr val="536579"/>
                </a:solidFill>
              </a:defRPr>
            </a:lvl1pPr>
            <a:lvl2pPr>
              <a:defRPr sz="825">
                <a:solidFill>
                  <a:srgbClr val="536579"/>
                </a:solidFill>
              </a:defRPr>
            </a:lvl2pPr>
            <a:lvl3pPr>
              <a:defRPr sz="825">
                <a:solidFill>
                  <a:srgbClr val="536579"/>
                </a:solidFill>
              </a:defRPr>
            </a:lvl3pPr>
            <a:lvl4pPr>
              <a:defRPr sz="825">
                <a:solidFill>
                  <a:srgbClr val="536579"/>
                </a:solidFill>
              </a:defRPr>
            </a:lvl4pPr>
            <a:lvl5pPr>
              <a:defRPr sz="825">
                <a:solidFill>
                  <a:srgbClr val="536579"/>
                </a:solidFill>
              </a:defRPr>
            </a:lvl5pPr>
            <a:lvl6pPr>
              <a:defRPr sz="825">
                <a:solidFill>
                  <a:srgbClr val="536579"/>
                </a:solidFill>
              </a:defRPr>
            </a:lvl6pPr>
            <a:lvl7pPr>
              <a:defRPr sz="825">
                <a:solidFill>
                  <a:srgbClr val="536579"/>
                </a:solidFill>
              </a:defRPr>
            </a:lvl7pPr>
            <a:lvl8pPr>
              <a:defRPr sz="825">
                <a:solidFill>
                  <a:srgbClr val="536579"/>
                </a:solidFill>
              </a:defRPr>
            </a:lvl8pPr>
            <a:lvl9pPr>
              <a:defRPr sz="825">
                <a:solidFill>
                  <a:srgbClr val="536579"/>
                </a:solidFill>
              </a:defRPr>
            </a:lvl9pPr>
          </a:lstStyle>
          <a:p xmlns:a="http://schemas.openxmlformats.org/drawingml/2006/main">
            <a:pPr>
              <a:defRPr sz="825">
                <a:solidFill>
                  <a:srgbClr val="536579"/>
                </a:solidFill>
              </a:defRPr>
            </a:pPr>
            <a:r>
              <a:rPr sz="825">
                <a:solidFill>
                  <a:srgbClr val="536579"/>
                </a:solidFill>
              </a:rPr>
              <a:t>UNC COMP 523 Team E  ·  Vibhas Nair</a:t>
            </a:r>
          </a:p>
        </p:txBody>
      </p:sp>
      <p:sp>
        <p:nvSpPr>
          <p:cNvPr id="6" name="">
            <a:extLst xmlns:a="http://schemas.openxmlformats.org/drawingml/2006/main">
              <a:ext uri="{FF2B5EF4-FFF2-40B4-BE49-F238E27FC236}">
                <a16:creationId xmlns:a16="http://schemas.microsoft.com/office/drawing/2014/main" id="{8DCF2C5B-96B9-4C06-A1C6-1B2C9A5500AB}"/>
              </a:ext>
            </a:extLst>
          </p:cNvPr>
          <p:cNvSpPr>
            <a:spLocks xmlns:a="http://schemas.openxmlformats.org/drawingml/2006/main" noGrp="1"/>
          </p:cNvSpPr>
          <p:nvPr/>
        </p:nvSpPr>
        <p:spPr>
          <a:xfrm xmlns:a="http://schemas.openxmlformats.org/drawingml/2006/main">
            <a:off x="914400" y="19050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4F7C67"/>
                </a:solidFill>
              </a:defRPr>
            </a:defPPr>
            <a:lvl1pPr>
              <a:defRPr sz="1650" b="1">
                <a:solidFill>
                  <a:srgbClr val="4F7C67"/>
                </a:solidFill>
              </a:defRPr>
            </a:lvl1pPr>
            <a:lvl2pPr>
              <a:defRPr sz="1650" b="1">
                <a:solidFill>
                  <a:srgbClr val="4F7C67"/>
                </a:solidFill>
              </a:defRPr>
            </a:lvl2pPr>
            <a:lvl3pPr>
              <a:defRPr sz="1650" b="1">
                <a:solidFill>
                  <a:srgbClr val="4F7C67"/>
                </a:solidFill>
              </a:defRPr>
            </a:lvl3pPr>
            <a:lvl4pPr>
              <a:defRPr sz="1650" b="1">
                <a:solidFill>
                  <a:srgbClr val="4F7C67"/>
                </a:solidFill>
              </a:defRPr>
            </a:lvl4pPr>
            <a:lvl5pPr>
              <a:defRPr sz="1650" b="1">
                <a:solidFill>
                  <a:srgbClr val="4F7C67"/>
                </a:solidFill>
              </a:defRPr>
            </a:lvl5pPr>
            <a:lvl6pPr>
              <a:defRPr sz="1650" b="1">
                <a:solidFill>
                  <a:srgbClr val="4F7C67"/>
                </a:solidFill>
              </a:defRPr>
            </a:lvl6pPr>
            <a:lvl7pPr>
              <a:defRPr sz="1650" b="1">
                <a:solidFill>
                  <a:srgbClr val="4F7C67"/>
                </a:solidFill>
              </a:defRPr>
            </a:lvl7pPr>
            <a:lvl8pPr>
              <a:defRPr sz="1650" b="1">
                <a:solidFill>
                  <a:srgbClr val="4F7C67"/>
                </a:solidFill>
              </a:defRPr>
            </a:lvl8pPr>
            <a:lvl9pPr>
              <a:defRPr sz="1650" b="1">
                <a:solidFill>
                  <a:srgbClr val="4F7C67"/>
                </a:solidFill>
              </a:defRPr>
            </a:lvl9pPr>
          </a:lstStyle>
          <a:p xmlns:a="http://schemas.openxmlformats.org/drawingml/2006/main">
            <a:pPr>
              <a:defRPr sz="1650" b="1">
                <a:solidFill>
                  <a:srgbClr val="4F7C67"/>
                </a:solidFill>
              </a:defRPr>
            </a:pPr>
            <a:r>
              <a:rPr sz="1650" b="1">
                <a:solidFill>
                  <a:srgbClr val="4F7C67"/>
                </a:solidFill>
              </a:rPr>
              <a:t>CLOSED</a:t>
            </a:r>
          </a:p>
        </p:txBody>
      </p:sp>
      <p:sp>
        <p:nvSpPr>
          <p:cNvPr id="7" name="">
            <a:extLst xmlns:a="http://schemas.openxmlformats.org/drawingml/2006/main">
              <a:ext uri="{FF2B5EF4-FFF2-40B4-BE49-F238E27FC236}">
                <a16:creationId xmlns:a16="http://schemas.microsoft.com/office/drawing/2014/main" id="{D508B80A-EB15-42A6-ACC9-6F6FAF7E79FB}"/>
              </a:ext>
            </a:extLst>
          </p:cNvPr>
          <p:cNvSpPr>
            <a:spLocks xmlns:a="http://schemas.openxmlformats.org/drawingml/2006/main" noGrp="1"/>
          </p:cNvSpPr>
          <p:nvPr/>
        </p:nvSpPr>
        <p:spPr>
          <a:xfrm xmlns:a="http://schemas.openxmlformats.org/drawingml/2006/main">
            <a:off x="1257300" y="2571750"/>
            <a:ext cx="1619250" cy="1619250"/>
          </a:xfrm>
          <a:prstGeom xmlns:a="http://schemas.openxmlformats.org/drawingml/2006/main" prst="roundRect">
            <a:avLst>
              <a:gd name="adj" fmla="val 7059"/>
            </a:avLst>
          </a:prstGeom>
          <a:noFill xmlns:a="http://schemas.openxmlformats.org/drawingml/2006/main"/>
          <a:ln xmlns:a="http://schemas.openxmlformats.org/drawingml/2006/main" w="9525">
            <a:solidFill>
              <a:srgbClr val="4F7C67"/>
            </a:solidFill>
            <a:prstDash val="solid"/>
          </a:ln>
        </p:spPr>
      </p:sp>
      <p:sp>
        <p:nvSpPr>
          <p:cNvPr id="8" name="">
            <a:extLst xmlns:a="http://schemas.openxmlformats.org/drawingml/2006/main">
              <a:ext uri="{FF2B5EF4-FFF2-40B4-BE49-F238E27FC236}">
                <a16:creationId xmlns:a16="http://schemas.microsoft.com/office/drawing/2014/main" id="{CA6C63B8-BB7E-4258-A3C6-A482B7CE6627}"/>
              </a:ext>
            </a:extLst>
          </p:cNvPr>
          <p:cNvSpPr>
            <a:spLocks xmlns:a="http://schemas.openxmlformats.org/drawingml/2006/main" noGrp="1"/>
          </p:cNvSpPr>
          <p:nvPr/>
        </p:nvSpPr>
        <p:spPr>
          <a:xfrm xmlns:a="http://schemas.openxmlformats.org/drawingml/2006/main">
            <a:off x="819150" y="44767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one continuous boundary</a:t>
            </a:r>
          </a:p>
        </p:txBody>
      </p:sp>
      <p:sp>
        <p:nvSpPr>
          <p:cNvPr id="9" name="">
            <a:extLst xmlns:a="http://schemas.openxmlformats.org/drawingml/2006/main">
              <a:ext uri="{FF2B5EF4-FFF2-40B4-BE49-F238E27FC236}">
                <a16:creationId xmlns:a16="http://schemas.microsoft.com/office/drawing/2014/main" id="{E1D0A50F-A24A-47DB-8CDE-21C231505145}"/>
              </a:ext>
            </a:extLst>
          </p:cNvPr>
          <p:cNvSpPr>
            <a:spLocks xmlns:a="http://schemas.openxmlformats.org/drawingml/2006/main" noGrp="1"/>
          </p:cNvSpPr>
          <p:nvPr/>
        </p:nvSpPr>
        <p:spPr>
          <a:xfrm xmlns:a="http://schemas.openxmlformats.org/drawingml/2006/main">
            <a:off x="4953000" y="19050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4B9CD3"/>
                </a:solidFill>
              </a:defRPr>
            </a:defPPr>
            <a:lvl1pPr>
              <a:defRPr sz="1650" b="1">
                <a:solidFill>
                  <a:srgbClr val="4B9CD3"/>
                </a:solidFill>
              </a:defRPr>
            </a:lvl1pPr>
            <a:lvl2pPr>
              <a:defRPr sz="1650" b="1">
                <a:solidFill>
                  <a:srgbClr val="4B9CD3"/>
                </a:solidFill>
              </a:defRPr>
            </a:lvl2pPr>
            <a:lvl3pPr>
              <a:defRPr sz="1650" b="1">
                <a:solidFill>
                  <a:srgbClr val="4B9CD3"/>
                </a:solidFill>
              </a:defRPr>
            </a:lvl3pPr>
            <a:lvl4pPr>
              <a:defRPr sz="1650" b="1">
                <a:solidFill>
                  <a:srgbClr val="4B9CD3"/>
                </a:solidFill>
              </a:defRPr>
            </a:lvl4pPr>
            <a:lvl5pPr>
              <a:defRPr sz="1650" b="1">
                <a:solidFill>
                  <a:srgbClr val="4B9CD3"/>
                </a:solidFill>
              </a:defRPr>
            </a:lvl5pPr>
            <a:lvl6pPr>
              <a:defRPr sz="1650" b="1">
                <a:solidFill>
                  <a:srgbClr val="4B9CD3"/>
                </a:solidFill>
              </a:defRPr>
            </a:lvl6pPr>
            <a:lvl7pPr>
              <a:defRPr sz="1650" b="1">
                <a:solidFill>
                  <a:srgbClr val="4B9CD3"/>
                </a:solidFill>
              </a:defRPr>
            </a:lvl7pPr>
            <a:lvl8pPr>
              <a:defRPr sz="1650" b="1">
                <a:solidFill>
                  <a:srgbClr val="4B9CD3"/>
                </a:solidFill>
              </a:defRPr>
            </a:lvl8pPr>
            <a:lvl9pPr>
              <a:defRPr sz="1650" b="1">
                <a:solidFill>
                  <a:srgbClr val="4B9CD3"/>
                </a:solidFill>
              </a:defRPr>
            </a:lvl9pPr>
          </a:lstStyle>
          <a:p xmlns:a="http://schemas.openxmlformats.org/drawingml/2006/main">
            <a:pPr>
              <a:defRPr sz="1650" b="1">
                <a:solidFill>
                  <a:srgbClr val="4B9CD3"/>
                </a:solidFill>
              </a:defRPr>
            </a:pPr>
            <a:r>
              <a:rPr sz="1650" b="1">
                <a:solidFill>
                  <a:srgbClr val="4B9CD3"/>
                </a:solidFill>
              </a:rPr>
              <a:t>HOLE</a:t>
            </a:r>
          </a:p>
        </p:txBody>
      </p:sp>
      <p:sp>
        <p:nvSpPr>
          <p:cNvPr id="10" name="">
            <a:extLst xmlns:a="http://schemas.openxmlformats.org/drawingml/2006/main">
              <a:ext uri="{FF2B5EF4-FFF2-40B4-BE49-F238E27FC236}">
                <a16:creationId xmlns:a16="http://schemas.microsoft.com/office/drawing/2014/main" id="{D71EA33A-6466-416E-82CF-57063755E424}"/>
              </a:ext>
            </a:extLst>
          </p:cNvPr>
          <p:cNvSpPr>
            <a:spLocks xmlns:a="http://schemas.openxmlformats.org/drawingml/2006/main" noGrp="1"/>
          </p:cNvSpPr>
          <p:nvPr/>
        </p:nvSpPr>
        <p:spPr>
          <a:xfrm xmlns:a="http://schemas.openxmlformats.org/drawingml/2006/main">
            <a:off x="5295900" y="2571750"/>
            <a:ext cx="1619250" cy="1619250"/>
          </a:xfrm>
          <a:prstGeom xmlns:a="http://schemas.openxmlformats.org/drawingml/2006/main" prst="roundRect">
            <a:avLst>
              <a:gd name="adj" fmla="val 7059"/>
            </a:avLst>
          </a:prstGeom>
          <a:solidFill xmlns:a="http://schemas.openxmlformats.org/drawingml/2006/main">
            <a:srgbClr val="DDEFF8"/>
          </a:solidFill>
          <a:ln xmlns:a="http://schemas.openxmlformats.org/drawingml/2006/main" w="9525">
            <a:solidFill>
              <a:srgbClr val="4B9CD3"/>
            </a:solidFill>
            <a:prstDash val="solid"/>
          </a:ln>
        </p:spPr>
      </p:sp>
      <p:sp>
        <p:nvSpPr>
          <p:cNvPr id="11" name="">
            <a:extLst xmlns:a="http://schemas.openxmlformats.org/drawingml/2006/main">
              <a:ext uri="{FF2B5EF4-FFF2-40B4-BE49-F238E27FC236}">
                <a16:creationId xmlns:a16="http://schemas.microsoft.com/office/drawing/2014/main" id="{A7398132-8853-43DD-A2A4-D1AB43DB005A}"/>
              </a:ext>
            </a:extLst>
          </p:cNvPr>
          <p:cNvSpPr>
            <a:spLocks xmlns:a="http://schemas.openxmlformats.org/drawingml/2006/main" noGrp="1"/>
          </p:cNvSpPr>
          <p:nvPr/>
        </p:nvSpPr>
        <p:spPr>
          <a:xfrm xmlns:a="http://schemas.openxmlformats.org/drawingml/2006/main">
            <a:off x="5819775" y="3095625"/>
            <a:ext cx="571500" cy="571500"/>
          </a:xfrm>
          <a:prstGeom xmlns:a="http://schemas.openxmlformats.org/drawingml/2006/main" prst="roundRect">
            <a:avLst>
              <a:gd name="adj" fmla="val 20000"/>
            </a:avLst>
          </a:prstGeom>
          <a:solidFill xmlns:a="http://schemas.openxmlformats.org/drawingml/2006/main">
            <a:srgbClr val="F8F6F0"/>
          </a:solidFill>
          <a:ln xmlns:a="http://schemas.openxmlformats.org/drawingml/2006/main" w="9525">
            <a:solidFill>
              <a:srgbClr val="4B9CD3"/>
            </a:solidFill>
            <a:prstDash val="solid"/>
          </a:ln>
        </p:spPr>
      </p:sp>
      <p:sp>
        <p:nvSpPr>
          <p:cNvPr id="12" name="">
            <a:extLst xmlns:a="http://schemas.openxmlformats.org/drawingml/2006/main">
              <a:ext uri="{FF2B5EF4-FFF2-40B4-BE49-F238E27FC236}">
                <a16:creationId xmlns:a16="http://schemas.microsoft.com/office/drawing/2014/main" id="{132F34C7-350C-4BEF-82D5-CA0ACF8D5A07}"/>
              </a:ext>
            </a:extLst>
          </p:cNvPr>
          <p:cNvSpPr>
            <a:spLocks xmlns:a="http://schemas.openxmlformats.org/drawingml/2006/main" noGrp="1"/>
          </p:cNvSpPr>
          <p:nvPr/>
        </p:nvSpPr>
        <p:spPr>
          <a:xfrm xmlns:a="http://schemas.openxmlformats.org/drawingml/2006/main">
            <a:off x="4857750" y="44767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inside remains empty</a:t>
            </a:r>
          </a:p>
        </p:txBody>
      </p:sp>
      <p:sp>
        <p:nvSpPr>
          <p:cNvPr id="13" name="">
            <a:extLst xmlns:a="http://schemas.openxmlformats.org/drawingml/2006/main">
              <a:ext uri="{FF2B5EF4-FFF2-40B4-BE49-F238E27FC236}">
                <a16:creationId xmlns:a16="http://schemas.microsoft.com/office/drawing/2014/main" id="{FCFD5951-643F-4D3A-9226-95730BC8F338}"/>
              </a:ext>
            </a:extLst>
          </p:cNvPr>
          <p:cNvSpPr>
            <a:spLocks xmlns:a="http://schemas.openxmlformats.org/drawingml/2006/main" noGrp="1"/>
          </p:cNvSpPr>
          <p:nvPr/>
        </p:nvSpPr>
        <p:spPr>
          <a:xfrm xmlns:a="http://schemas.openxmlformats.org/drawingml/2006/main">
            <a:off x="8839200" y="19050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A74848"/>
                </a:solidFill>
              </a:defRPr>
            </a:defPPr>
            <a:lvl1pPr>
              <a:defRPr sz="1650" b="1">
                <a:solidFill>
                  <a:srgbClr val="A74848"/>
                </a:solidFill>
              </a:defRPr>
            </a:lvl1pPr>
            <a:lvl2pPr>
              <a:defRPr sz="1650" b="1">
                <a:solidFill>
                  <a:srgbClr val="A74848"/>
                </a:solidFill>
              </a:defRPr>
            </a:lvl2pPr>
            <a:lvl3pPr>
              <a:defRPr sz="1650" b="1">
                <a:solidFill>
                  <a:srgbClr val="A74848"/>
                </a:solidFill>
              </a:defRPr>
            </a:lvl3pPr>
            <a:lvl4pPr>
              <a:defRPr sz="1650" b="1">
                <a:solidFill>
                  <a:srgbClr val="A74848"/>
                </a:solidFill>
              </a:defRPr>
            </a:lvl4pPr>
            <a:lvl5pPr>
              <a:defRPr sz="1650" b="1">
                <a:solidFill>
                  <a:srgbClr val="A74848"/>
                </a:solidFill>
              </a:defRPr>
            </a:lvl5pPr>
            <a:lvl6pPr>
              <a:defRPr sz="1650" b="1">
                <a:solidFill>
                  <a:srgbClr val="A74848"/>
                </a:solidFill>
              </a:defRPr>
            </a:lvl6pPr>
            <a:lvl7pPr>
              <a:defRPr sz="1650" b="1">
                <a:solidFill>
                  <a:srgbClr val="A74848"/>
                </a:solidFill>
              </a:defRPr>
            </a:lvl7pPr>
            <a:lvl8pPr>
              <a:defRPr sz="1650" b="1">
                <a:solidFill>
                  <a:srgbClr val="A74848"/>
                </a:solidFill>
              </a:defRPr>
            </a:lvl8pPr>
            <a:lvl9pPr>
              <a:defRPr sz="1650" b="1">
                <a:solidFill>
                  <a:srgbClr val="A74848"/>
                </a:solidFill>
              </a:defRPr>
            </a:lvl9pPr>
          </a:lstStyle>
          <a:p xmlns:a="http://schemas.openxmlformats.org/drawingml/2006/main">
            <a:pPr>
              <a:defRPr sz="1650" b="1">
                <a:solidFill>
                  <a:srgbClr val="A74848"/>
                </a:solidFill>
              </a:defRPr>
            </a:pPr>
            <a:r>
              <a:rPr sz="1650" b="1">
                <a:solidFill>
                  <a:srgbClr val="A74848"/>
                </a:solidFill>
              </a:rPr>
              <a:t>SHARED EDGE</a:t>
            </a:r>
          </a:p>
        </p:txBody>
      </p:sp>
      <p:sp>
        <p:nvSpPr>
          <p:cNvPr id="14" name="">
            <a:extLst xmlns:a="http://schemas.openxmlformats.org/drawingml/2006/main">
              <a:ext uri="{FF2B5EF4-FFF2-40B4-BE49-F238E27FC236}">
                <a16:creationId xmlns:a16="http://schemas.microsoft.com/office/drawing/2014/main" id="{31671C9D-9AC1-4B9C-8BE9-69611340AE0F}"/>
              </a:ext>
            </a:extLst>
          </p:cNvPr>
          <p:cNvSpPr>
            <a:spLocks xmlns:a="http://schemas.openxmlformats.org/drawingml/2006/main" noGrp="1"/>
          </p:cNvSpPr>
          <p:nvPr/>
        </p:nvSpPr>
        <p:spPr>
          <a:xfrm xmlns:a="http://schemas.openxmlformats.org/drawingml/2006/main">
            <a:off x="9067800" y="2571750"/>
            <a:ext cx="1000125" cy="1619250"/>
          </a:xfrm>
          <a:prstGeom xmlns:a="http://schemas.openxmlformats.org/drawingml/2006/main" prst="rect">
            <a:avLst/>
          </a:prstGeom>
          <a:solidFill xmlns:a="http://schemas.openxmlformats.org/drawingml/2006/main">
            <a:srgbClr val="4B9CD3"/>
          </a:solidFill>
          <a:ln xmlns:a="http://schemas.openxmlformats.org/drawingml/2006/main" w="9525">
            <a:solidFill>
              <a:srgbClr val="4B9CD3"/>
            </a:solidFill>
            <a:prstDash val="solid"/>
          </a:ln>
        </p:spPr>
      </p:sp>
      <p:sp>
        <p:nvSpPr>
          <p:cNvPr id="15" name="">
            <a:extLst xmlns:a="http://schemas.openxmlformats.org/drawingml/2006/main">
              <a:ext uri="{FF2B5EF4-FFF2-40B4-BE49-F238E27FC236}">
                <a16:creationId xmlns:a16="http://schemas.microsoft.com/office/drawing/2014/main" id="{583574F6-49B8-4616-AA94-B1A2294ABBE4}"/>
              </a:ext>
            </a:extLst>
          </p:cNvPr>
          <p:cNvSpPr>
            <a:spLocks xmlns:a="http://schemas.openxmlformats.org/drawingml/2006/main" noGrp="1"/>
          </p:cNvSpPr>
          <p:nvPr/>
        </p:nvSpPr>
        <p:spPr>
          <a:xfrm xmlns:a="http://schemas.openxmlformats.org/drawingml/2006/main">
            <a:off x="10067925" y="2571750"/>
            <a:ext cx="1000125" cy="1619250"/>
          </a:xfrm>
          <a:prstGeom xmlns:a="http://schemas.openxmlformats.org/drawingml/2006/main" prst="rect">
            <a:avLst/>
          </a:prstGeom>
          <a:solidFill xmlns:a="http://schemas.openxmlformats.org/drawingml/2006/main">
            <a:srgbClr val="D59F36"/>
          </a:solidFill>
          <a:ln xmlns:a="http://schemas.openxmlformats.org/drawingml/2006/main" w="9525">
            <a:solidFill>
              <a:srgbClr val="D59F36"/>
            </a:solidFill>
            <a:prstDash val="solid"/>
          </a:ln>
        </p:spPr>
      </p:sp>
      <p:sp>
        <p:nvSpPr>
          <p:cNvPr id="16" name="">
            <a:extLst xmlns:a="http://schemas.openxmlformats.org/drawingml/2006/main">
              <a:ext uri="{FF2B5EF4-FFF2-40B4-BE49-F238E27FC236}">
                <a16:creationId xmlns:a16="http://schemas.microsoft.com/office/drawing/2014/main" id="{53F51C91-D2AE-4FB9-A4FD-5B4C84696F91}"/>
              </a:ext>
            </a:extLst>
          </p:cNvPr>
          <p:cNvSpPr>
            <a:spLocks xmlns:a="http://schemas.openxmlformats.org/drawingml/2006/main" noGrp="1"/>
          </p:cNvSpPr>
          <p:nvPr/>
        </p:nvSpPr>
        <p:spPr>
          <a:xfrm xmlns:a="http://schemas.openxmlformats.org/drawingml/2006/main">
            <a:off x="10029825" y="2571750"/>
            <a:ext cx="76200" cy="1619250"/>
          </a:xfrm>
          <a:prstGeom xmlns:a="http://schemas.openxmlformats.org/drawingml/2006/main" prst="rect">
            <a:avLst/>
          </a:prstGeom>
          <a:solidFill xmlns:a="http://schemas.openxmlformats.org/drawingml/2006/main">
            <a:srgbClr val="A7484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E4363C9-D919-4704-85EA-FC35F3E901D6}"/>
              </a:ext>
            </a:extLst>
          </p:cNvPr>
          <p:cNvSpPr>
            <a:spLocks xmlns:a="http://schemas.openxmlformats.org/drawingml/2006/main" noGrp="1"/>
          </p:cNvSpPr>
          <p:nvPr/>
        </p:nvSpPr>
        <p:spPr>
          <a:xfrm xmlns:a="http://schemas.openxmlformats.org/drawingml/2006/main">
            <a:off x="8743950" y="44767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536579"/>
                </a:solidFill>
              </a:defRPr>
            </a:defPPr>
            <a:lvl1pPr>
              <a:defRPr sz="1275">
                <a:solidFill>
                  <a:srgbClr val="536579"/>
                </a:solidFill>
              </a:defRPr>
            </a:lvl1pPr>
            <a:lvl2pPr>
              <a:defRPr sz="1275">
                <a:solidFill>
                  <a:srgbClr val="536579"/>
                </a:solidFill>
              </a:defRPr>
            </a:lvl2pPr>
            <a:lvl3pPr>
              <a:defRPr sz="1275">
                <a:solidFill>
                  <a:srgbClr val="536579"/>
                </a:solidFill>
              </a:defRPr>
            </a:lvl3pPr>
            <a:lvl4pPr>
              <a:defRPr sz="1275">
                <a:solidFill>
                  <a:srgbClr val="536579"/>
                </a:solidFill>
              </a:defRPr>
            </a:lvl4pPr>
            <a:lvl5pPr>
              <a:defRPr sz="1275">
                <a:solidFill>
                  <a:srgbClr val="536579"/>
                </a:solidFill>
              </a:defRPr>
            </a:lvl5pPr>
            <a:lvl6pPr>
              <a:defRPr sz="1275">
                <a:solidFill>
                  <a:srgbClr val="536579"/>
                </a:solidFill>
              </a:defRPr>
            </a:lvl6pPr>
            <a:lvl7pPr>
              <a:defRPr sz="1275">
                <a:solidFill>
                  <a:srgbClr val="536579"/>
                </a:solidFill>
              </a:defRPr>
            </a:lvl7pPr>
            <a:lvl8pPr>
              <a:defRPr sz="1275">
                <a:solidFill>
                  <a:srgbClr val="536579"/>
                </a:solidFill>
              </a:defRPr>
            </a:lvl8pPr>
            <a:lvl9pPr>
              <a:defRPr sz="1275">
                <a:solidFill>
                  <a:srgbClr val="536579"/>
                </a:solidFill>
              </a:defRPr>
            </a:lvl9pPr>
          </a:lstStyle>
          <a:p xmlns:a="http://schemas.openxmlformats.org/drawingml/2006/main">
            <a:pPr>
              <a:defRPr sz="1275">
                <a:solidFill>
                  <a:srgbClr val="536579"/>
                </a:solidFill>
              </a:defRPr>
            </a:pPr>
            <a:r>
              <a:rPr sz="1275">
                <a:solidFill>
                  <a:srgbClr val="536579"/>
                </a:solidFill>
              </a:rPr>
              <a:t>avoid duplicate cuts</a:t>
            </a:r>
          </a:p>
        </p:txBody>
      </p:sp>
      <p:sp>
        <p:nvSpPr>
          <p:cNvPr id="18" name="">
            <a:extLst xmlns:a="http://schemas.openxmlformats.org/drawingml/2006/main">
              <a:ext uri="{FF2B5EF4-FFF2-40B4-BE49-F238E27FC236}">
                <a16:creationId xmlns:a16="http://schemas.microsoft.com/office/drawing/2014/main" id="{DC85E1EE-8A1B-46B3-9511-BBE76D1FFBCA}"/>
              </a:ext>
            </a:extLst>
          </p:cNvPr>
          <p:cNvSpPr>
            <a:spLocks xmlns:a="http://schemas.openxmlformats.org/drawingml/2006/main" noGrp="1"/>
          </p:cNvSpPr>
          <p:nvPr/>
        </p:nvSpPr>
        <p:spPr>
          <a:xfrm xmlns:a="http://schemas.openxmlformats.org/drawingml/2006/main">
            <a:off x="781050" y="5410200"/>
            <a:ext cx="10439400" cy="685800"/>
          </a:xfrm>
          <a:prstGeom xmlns:a="http://schemas.openxmlformats.org/drawingml/2006/main" prst="roundRect">
            <a:avLst>
              <a:gd name="adj" fmla="val 16667"/>
            </a:avLst>
          </a:prstGeom>
          <a:solidFill xmlns:a="http://schemas.openxmlformats.org/drawingml/2006/main">
            <a:srgbClr val="13294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21698DC-C14C-4422-A881-5DB8F58DE650}"/>
              </a:ext>
            </a:extLst>
          </p:cNvPr>
          <p:cNvSpPr>
            <a:spLocks xmlns:a="http://schemas.openxmlformats.org/drawingml/2006/main" noGrp="1"/>
          </p:cNvSpPr>
          <p:nvPr/>
        </p:nvSpPr>
        <p:spPr>
          <a:xfrm xmlns:a="http://schemas.openxmlformats.org/drawingml/2006/main">
            <a:off x="1047750" y="552450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FFFFFF"/>
                </a:solidFill>
              </a:defRPr>
            </a:defPPr>
            <a:lvl1pPr>
              <a:defRPr sz="1575" b="1">
                <a:solidFill>
                  <a:srgbClr val="FFFFFF"/>
                </a:solidFill>
              </a:defRPr>
            </a:lvl1pPr>
            <a:lvl2pPr>
              <a:defRPr sz="1575" b="1">
                <a:solidFill>
                  <a:srgbClr val="FFFFFF"/>
                </a:solidFill>
              </a:defRPr>
            </a:lvl2pPr>
            <a:lvl3pPr>
              <a:defRPr sz="1575" b="1">
                <a:solidFill>
                  <a:srgbClr val="FFFFFF"/>
                </a:solidFill>
              </a:defRPr>
            </a:lvl3pPr>
            <a:lvl4pPr>
              <a:defRPr sz="1575" b="1">
                <a:solidFill>
                  <a:srgbClr val="FFFFFF"/>
                </a:solidFill>
              </a:defRPr>
            </a:lvl4pPr>
            <a:lvl5pPr>
              <a:defRPr sz="1575" b="1">
                <a:solidFill>
                  <a:srgbClr val="FFFFFF"/>
                </a:solidFill>
              </a:defRPr>
            </a:lvl5pPr>
            <a:lvl6pPr>
              <a:defRPr sz="1575" b="1">
                <a:solidFill>
                  <a:srgbClr val="FFFFFF"/>
                </a:solidFill>
              </a:defRPr>
            </a:lvl6pPr>
            <a:lvl7pPr>
              <a:defRPr sz="1575" b="1">
                <a:solidFill>
                  <a:srgbClr val="FFFFFF"/>
                </a:solidFill>
              </a:defRPr>
            </a:lvl7pPr>
            <a:lvl8pPr>
              <a:defRPr sz="1575" b="1">
                <a:solidFill>
                  <a:srgbClr val="FFFFFF"/>
                </a:solidFill>
              </a:defRPr>
            </a:lvl8pPr>
            <a:lvl9pPr>
              <a:defRPr sz="1575" b="1">
                <a:solidFill>
                  <a:srgbClr val="FFFFFF"/>
                </a:solidFill>
              </a:defRPr>
            </a:lvl9pPr>
          </a:lstStyle>
          <a:p xmlns:a="http://schemas.openxmlformats.org/drawingml/2006/main">
            <a:pPr>
              <a:defRPr sz="1575" b="1">
                <a:solidFill>
                  <a:srgbClr val="FFFFFF"/>
                </a:solidFill>
              </a:defRPr>
            </a:pPr>
            <a:r>
              <a:rPr sz="1575" b="1">
                <a:solidFill>
                  <a:srgbClr val="FFFFFF"/>
                </a:solidFill>
              </a:rPr>
              <a:t>A file may look correct while containing open paths, filled holes, or two copies of the same boundary.</a:t>
            </a:r>
          </a:p>
        </p:txBody>
      </p:sp>
    </p:spTree>
    <p:extLst>
      <p:ext uri="{BB962C8B-B14F-4D97-AF65-F5344CB8AC3E}">
        <p14:creationId xmlns:p14="http://schemas.microsoft.com/office/powerpoint/2010/main" val="1419217092"/>
      </p:ext>
    </p:extLst>
  </p:cSld>
</p:sld>
</file>

<file path=ppt/slides/slide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3D46FB4-DFAD-456A-9018-AC0C6321F152}"/>
              </a:ext>
            </a:extLst>
          </p:cNvPr>
          <p:cNvSpPr>
            <a:spLocks xmlns:a="http://schemas.openxmlformats.org/drawingml/2006/main" noGrp="1"/>
          </p:cNvSpPr>
          <p:nvPr/>
        </p:nvSpPr>
        <p:spPr>
          <a:xfrm xmlns:a="http://schemas.openxmlformats.org/drawingml/2006/main">
            <a:off x="68580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9CD3"/>
                </a:solidFill>
              </a:defRPr>
            </a:defPPr>
            <a:lvl1pPr>
              <a:defRPr sz="975" b="1">
                <a:solidFill>
                  <a:srgbClr val="4B9CD3"/>
                </a:solidFill>
              </a:defRPr>
            </a:lvl1pPr>
            <a:lvl2pPr>
              <a:defRPr sz="975" b="1">
                <a:solidFill>
                  <a:srgbClr val="4B9CD3"/>
                </a:solidFill>
              </a:defRPr>
            </a:lvl2pPr>
            <a:lvl3pPr>
              <a:defRPr sz="975" b="1">
                <a:solidFill>
                  <a:srgbClr val="4B9CD3"/>
                </a:solidFill>
              </a:defRPr>
            </a:lvl3pPr>
            <a:lvl4pPr>
              <a:defRPr sz="975" b="1">
                <a:solidFill>
                  <a:srgbClr val="4B9CD3"/>
                </a:solidFill>
              </a:defRPr>
            </a:lvl4pPr>
            <a:lvl5pPr>
              <a:defRPr sz="975" b="1">
                <a:solidFill>
                  <a:srgbClr val="4B9CD3"/>
                </a:solidFill>
              </a:defRPr>
            </a:lvl5pPr>
            <a:lvl6pPr>
              <a:defRPr sz="975" b="1">
                <a:solidFill>
                  <a:srgbClr val="4B9CD3"/>
                </a:solidFill>
              </a:defRPr>
            </a:lvl6pPr>
            <a:lvl7pPr>
              <a:defRPr sz="975" b="1">
                <a:solidFill>
                  <a:srgbClr val="4B9CD3"/>
                </a:solidFill>
              </a:defRPr>
            </a:lvl7pPr>
            <a:lvl8pPr>
              <a:defRPr sz="975" b="1">
                <a:solidFill>
                  <a:srgbClr val="4B9CD3"/>
                </a:solidFill>
              </a:defRPr>
            </a:lvl8pPr>
            <a:lvl9pPr>
              <a:defRPr sz="975" b="1">
                <a:solidFill>
                  <a:srgbClr val="4B9CD3"/>
                </a:solidFill>
              </a:defRPr>
            </a:lvl9pPr>
          </a:lstStyle>
          <a:p xmlns:a="http://schemas.openxmlformats.org/drawingml/2006/main">
            <a:pPr>
              <a:defRPr sz="975" b="1">
                <a:solidFill>
                  <a:srgbClr val="4B9CD3"/>
                </a:solidFill>
              </a:defRPr>
            </a:pPr>
            <a:r>
              <a:rPr sz="975" b="1">
                <a:solidFill>
                  <a:srgbClr val="4B9CD3"/>
                </a:solidFill>
              </a:rPr>
              <a:t>IMAGE VECTORIZATION</a:t>
            </a:r>
          </a:p>
        </p:txBody>
      </p:sp>
      <p:sp>
        <p:nvSpPr>
          <p:cNvPr id="2" name="">
            <a:extLst xmlns:a="http://schemas.openxmlformats.org/drawingml/2006/main">
              <a:ext uri="{FF2B5EF4-FFF2-40B4-BE49-F238E27FC236}">
                <a16:creationId xmlns:a16="http://schemas.microsoft.com/office/drawing/2014/main" id="{20287842-7EF9-4C79-99BB-D49CD606227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3294B"/>
                </a:solidFill>
              </a:defRPr>
            </a:defPPr>
            <a:lvl1pPr>
              <a:defRPr sz="2700" b="1">
                <a:solidFill>
                  <a:srgbClr val="13294B"/>
                </a:solidFill>
              </a:defRPr>
            </a:lvl1pPr>
            <a:lvl2pPr>
              <a:defRPr sz="2700" b="1">
                <a:solidFill>
                  <a:srgbClr val="13294B"/>
                </a:solidFill>
              </a:defRPr>
            </a:lvl2pPr>
            <a:lvl3pPr>
              <a:defRPr sz="2700" b="1">
                <a:solidFill>
                  <a:srgbClr val="13294B"/>
                </a:solidFill>
              </a:defRPr>
            </a:lvl3pPr>
            <a:lvl4pPr>
              <a:defRPr sz="2700" b="1">
                <a:solidFill>
                  <a:srgbClr val="13294B"/>
                </a:solidFill>
              </a:defRPr>
            </a:lvl4pPr>
            <a:lvl5pPr>
              <a:defRPr sz="2700" b="1">
                <a:solidFill>
                  <a:srgbClr val="13294B"/>
                </a:solidFill>
              </a:defRPr>
            </a:lvl5pPr>
            <a:lvl6pPr>
              <a:defRPr sz="2700" b="1">
                <a:solidFill>
                  <a:srgbClr val="13294B"/>
                </a:solidFill>
              </a:defRPr>
            </a:lvl6pPr>
            <a:lvl7pPr>
              <a:defRPr sz="2700" b="1">
                <a:solidFill>
                  <a:srgbClr val="13294B"/>
                </a:solidFill>
              </a:defRPr>
            </a:lvl7pPr>
            <a:lvl8pPr>
              <a:defRPr sz="2700" b="1">
                <a:solidFill>
                  <a:srgbClr val="13294B"/>
                </a:solidFill>
              </a:defRPr>
            </a:lvl8pPr>
            <a:lvl9pPr>
              <a:defRPr sz="2700" b="1">
                <a:solidFill>
                  <a:srgbClr val="13294B"/>
                </a:solidFill>
              </a:defRPr>
            </a:lvl9pPr>
          </a:lstStyle>
          <a:p xmlns:a="http://schemas.openxmlformats.org/drawingml/2006/main">
            <a:pPr>
              <a:defRPr sz="2700" b="1">
                <a:solidFill>
                  <a:srgbClr val="13294B"/>
                </a:solidFill>
              </a:defRPr>
            </a:pPr>
            <a:r>
              <a:rPr sz="2700" b="1">
                <a:solidFill>
                  <a:srgbClr val="13294B"/>
                </a:solidFill>
              </a:rPr>
              <a:t>SVG and DXF serve different checks</a:t>
            </a:r>
          </a:p>
        </p:txBody>
      </p:sp>
      <p:sp>
        <p:nvSpPr>
          <p:cNvPr id="3" name="">
            <a:extLst xmlns:a="http://schemas.openxmlformats.org/drawingml/2006/main">
              <a:ext uri="{FF2B5EF4-FFF2-40B4-BE49-F238E27FC236}">
                <a16:creationId xmlns:a16="http://schemas.microsoft.com/office/drawing/2014/main" id="{195AC94D-A6A8-4E9C-8362-439DB8B163C0}"/>
              </a:ext>
            </a:extLst>
          </p:cNvPr>
          <p:cNvSpPr>
            <a:spLocks xmlns:a="http://schemas.openxmlformats.org/drawingml/2006/main" noGrp="1"/>
          </p:cNvSpPr>
          <p:nvPr/>
        </p:nvSpPr>
        <p:spPr>
          <a:xfrm xmlns:a="http://schemas.openxmlformats.org/drawingml/2006/main">
            <a:off x="685800" y="1381125"/>
            <a:ext cx="876300" cy="47625"/>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0086844-F686-4A6B-BFF7-A282CA5DEEF5}"/>
              </a:ext>
            </a:extLst>
          </p:cNvPr>
          <p:cNvSpPr>
            <a:spLocks xmlns:a="http://schemas.openxmlformats.org/drawingml/2006/main" noGrp="1"/>
          </p:cNvSpPr>
          <p:nvPr/>
        </p:nvSpPr>
        <p:spPr>
          <a:xfrm xmlns:a="http://schemas.openxmlformats.org/drawingml/2006/main">
            <a:off x="11144250" y="400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579"/>
                </a:solidFill>
              </a:defRPr>
            </a:defPPr>
            <a:lvl1pPr>
              <a:defRPr sz="975" b="1">
                <a:solidFill>
                  <a:srgbClr val="536579"/>
                </a:solidFill>
              </a:defRPr>
            </a:lvl1pPr>
            <a:lvl2pPr>
              <a:defRPr sz="975" b="1">
                <a:solidFill>
                  <a:srgbClr val="536579"/>
                </a:solidFill>
              </a:defRPr>
            </a:lvl2pPr>
            <a:lvl3pPr>
              <a:defRPr sz="975" b="1">
                <a:solidFill>
                  <a:srgbClr val="536579"/>
                </a:solidFill>
              </a:defRPr>
            </a:lvl3pPr>
            <a:lvl4pPr>
              <a:defRPr sz="975" b="1">
                <a:solidFill>
                  <a:srgbClr val="536579"/>
                </a:solidFill>
              </a:defRPr>
            </a:lvl4pPr>
            <a:lvl5pPr>
              <a:defRPr sz="975" b="1">
                <a:solidFill>
                  <a:srgbClr val="536579"/>
                </a:solidFill>
              </a:defRPr>
            </a:lvl5pPr>
            <a:lvl6pPr>
              <a:defRPr sz="975" b="1">
                <a:solidFill>
                  <a:srgbClr val="536579"/>
                </a:solidFill>
              </a:defRPr>
            </a:lvl6pPr>
            <a:lvl7pPr>
              <a:defRPr sz="975" b="1">
                <a:solidFill>
                  <a:srgbClr val="536579"/>
                </a:solidFill>
              </a:defRPr>
            </a:lvl7pPr>
            <a:lvl8pPr>
              <a:defRPr sz="975" b="1">
                <a:solidFill>
                  <a:srgbClr val="536579"/>
                </a:solidFill>
              </a:defRPr>
            </a:lvl8pPr>
            <a:lvl9pPr>
              <a:defRPr sz="975" b="1">
                <a:solidFill>
                  <a:srgbClr val="536579"/>
                </a:solidFill>
              </a:defRPr>
            </a:lvl9pPr>
          </a:lstStyle>
          <a:p xmlns:a="http://schemas.openxmlformats.org/drawingml/2006/main">
            <a:pPr>
              <a:defRPr sz="975" b="1">
                <a:solidFill>
                  <a:srgbClr val="536579"/>
                </a:solidFill>
              </a:defRPr>
            </a:pPr>
            <a:r>
              <a:rPr sz="975" b="1">
                <a:solidFill>
                  <a:srgbClr val="536579"/>
                </a:solidFill>
              </a:rPr>
              <a:t>08</a:t>
            </a:r>
          </a:p>
        </p:txBody>
      </p:sp>
      <p:sp>
        <p:nvSpPr>
          <p:cNvPr id="5" name="">
            <a:extLst xmlns:a="http://schemas.openxmlformats.org/drawingml/2006/main">
              <a:ext uri="{FF2B5EF4-FFF2-40B4-BE49-F238E27FC236}">
                <a16:creationId xmlns:a16="http://schemas.microsoft.com/office/drawing/2014/main" id="{849B958D-16C2-4CB1-9A13-8B1EEEAF3AAB}"/>
              </a:ext>
            </a:extLst>
          </p:cNvPr>
          <p:cNvSpPr>
            <a:spLocks xmlns:a="http://schemas.openxmlformats.org/drawingml/2006/main" noGrp="1"/>
          </p:cNvSpPr>
          <p:nvPr/>
        </p:nvSpPr>
        <p:spPr>
          <a:xfrm xmlns:a="http://schemas.openxmlformats.org/drawingml/2006/main">
            <a:off x="68580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a:solidFill>
                  <a:srgbClr val="536579"/>
                </a:solidFill>
              </a:defRPr>
            </a:defPPr>
            <a:lvl1pPr>
              <a:defRPr sz="825">
                <a:solidFill>
                  <a:srgbClr val="536579"/>
                </a:solidFill>
              </a:defRPr>
            </a:lvl1pPr>
            <a:lvl2pPr>
              <a:defRPr sz="825">
                <a:solidFill>
                  <a:srgbClr val="536579"/>
                </a:solidFill>
              </a:defRPr>
            </a:lvl2pPr>
            <a:lvl3pPr>
              <a:defRPr sz="825">
                <a:solidFill>
                  <a:srgbClr val="536579"/>
                </a:solidFill>
              </a:defRPr>
            </a:lvl3pPr>
            <a:lvl4pPr>
              <a:defRPr sz="825">
                <a:solidFill>
                  <a:srgbClr val="536579"/>
                </a:solidFill>
              </a:defRPr>
            </a:lvl4pPr>
            <a:lvl5pPr>
              <a:defRPr sz="825">
                <a:solidFill>
                  <a:srgbClr val="536579"/>
                </a:solidFill>
              </a:defRPr>
            </a:lvl5pPr>
            <a:lvl6pPr>
              <a:defRPr sz="825">
                <a:solidFill>
                  <a:srgbClr val="536579"/>
                </a:solidFill>
              </a:defRPr>
            </a:lvl6pPr>
            <a:lvl7pPr>
              <a:defRPr sz="825">
                <a:solidFill>
                  <a:srgbClr val="536579"/>
                </a:solidFill>
              </a:defRPr>
            </a:lvl7pPr>
            <a:lvl8pPr>
              <a:defRPr sz="825">
                <a:solidFill>
                  <a:srgbClr val="536579"/>
                </a:solidFill>
              </a:defRPr>
            </a:lvl8pPr>
            <a:lvl9pPr>
              <a:defRPr sz="825">
                <a:solidFill>
                  <a:srgbClr val="536579"/>
                </a:solidFill>
              </a:defRPr>
            </a:lvl9pPr>
          </a:lstStyle>
          <a:p xmlns:a="http://schemas.openxmlformats.org/drawingml/2006/main">
            <a:pPr>
              <a:defRPr sz="825">
                <a:solidFill>
                  <a:srgbClr val="536579"/>
                </a:solidFill>
              </a:defRPr>
            </a:pPr>
            <a:r>
              <a:rPr sz="825">
                <a:solidFill>
                  <a:srgbClr val="536579"/>
                </a:solidFill>
              </a:rPr>
              <a:t>UNC COMP 523 Team E  ·  Vibhas Nair</a:t>
            </a:r>
          </a:p>
        </p:txBody>
      </p:sp>
      <p:sp>
        <p:nvSpPr>
          <p:cNvPr id="6" name="">
            <a:extLst xmlns:a="http://schemas.openxmlformats.org/drawingml/2006/main">
              <a:ext uri="{FF2B5EF4-FFF2-40B4-BE49-F238E27FC236}">
                <a16:creationId xmlns:a16="http://schemas.microsoft.com/office/drawing/2014/main" id="{C4678D67-EC21-4144-ACAD-03D42461D313}"/>
              </a:ext>
            </a:extLst>
          </p:cNvPr>
          <p:cNvSpPr>
            <a:spLocks xmlns:a="http://schemas.openxmlformats.org/drawingml/2006/main" noGrp="1"/>
          </p:cNvSpPr>
          <p:nvPr/>
        </p:nvSpPr>
        <p:spPr>
          <a:xfrm xmlns:a="http://schemas.openxmlformats.org/drawingml/2006/main">
            <a:off x="1009650" y="180975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625" b="1">
                <a:solidFill>
                  <a:srgbClr val="4B9CD3"/>
                </a:solidFill>
              </a:defRPr>
            </a:defPPr>
            <a:lvl1pPr>
              <a:defRPr sz="2625" b="1">
                <a:solidFill>
                  <a:srgbClr val="4B9CD3"/>
                </a:solidFill>
              </a:defRPr>
            </a:lvl1pPr>
            <a:lvl2pPr>
              <a:defRPr sz="2625" b="1">
                <a:solidFill>
                  <a:srgbClr val="4B9CD3"/>
                </a:solidFill>
              </a:defRPr>
            </a:lvl2pPr>
            <a:lvl3pPr>
              <a:defRPr sz="2625" b="1">
                <a:solidFill>
                  <a:srgbClr val="4B9CD3"/>
                </a:solidFill>
              </a:defRPr>
            </a:lvl3pPr>
            <a:lvl4pPr>
              <a:defRPr sz="2625" b="1">
                <a:solidFill>
                  <a:srgbClr val="4B9CD3"/>
                </a:solidFill>
              </a:defRPr>
            </a:lvl4pPr>
            <a:lvl5pPr>
              <a:defRPr sz="2625" b="1">
                <a:solidFill>
                  <a:srgbClr val="4B9CD3"/>
                </a:solidFill>
              </a:defRPr>
            </a:lvl5pPr>
            <a:lvl6pPr>
              <a:defRPr sz="2625" b="1">
                <a:solidFill>
                  <a:srgbClr val="4B9CD3"/>
                </a:solidFill>
              </a:defRPr>
            </a:lvl6pPr>
            <a:lvl7pPr>
              <a:defRPr sz="2625" b="1">
                <a:solidFill>
                  <a:srgbClr val="4B9CD3"/>
                </a:solidFill>
              </a:defRPr>
            </a:lvl7pPr>
            <a:lvl8pPr>
              <a:defRPr sz="2625" b="1">
                <a:solidFill>
                  <a:srgbClr val="4B9CD3"/>
                </a:solidFill>
              </a:defRPr>
            </a:lvl8pPr>
            <a:lvl9pPr>
              <a:defRPr sz="2625" b="1">
                <a:solidFill>
                  <a:srgbClr val="4B9CD3"/>
                </a:solidFill>
              </a:defRPr>
            </a:lvl9pPr>
          </a:lstStyle>
          <a:p xmlns:a="http://schemas.openxmlformats.org/drawingml/2006/main">
            <a:pPr>
              <a:defRPr sz="2625" b="1">
                <a:solidFill>
                  <a:srgbClr val="4B9CD3"/>
                </a:solidFill>
              </a:defRPr>
            </a:pPr>
            <a:r>
              <a:rPr sz="2625" b="1">
                <a:solidFill>
                  <a:srgbClr val="4B9CD3"/>
                </a:solidFill>
              </a:rPr>
              <a:t>SVG</a:t>
            </a:r>
          </a:p>
        </p:txBody>
      </p:sp>
      <p:sp>
        <p:nvSpPr>
          <p:cNvPr id="7" name="">
            <a:extLst xmlns:a="http://schemas.openxmlformats.org/drawingml/2006/main">
              <a:ext uri="{FF2B5EF4-FFF2-40B4-BE49-F238E27FC236}">
                <a16:creationId xmlns:a16="http://schemas.microsoft.com/office/drawing/2014/main" id="{5F061D91-C48D-4274-BABC-82E56D8618F1}"/>
              </a:ext>
            </a:extLst>
          </p:cNvPr>
          <p:cNvSpPr>
            <a:spLocks xmlns:a="http://schemas.openxmlformats.org/drawingml/2006/main" noGrp="1"/>
          </p:cNvSpPr>
          <p:nvPr/>
        </p:nvSpPr>
        <p:spPr>
          <a:xfrm xmlns:a="http://schemas.openxmlformats.org/drawingml/2006/main">
            <a:off x="1009650" y="2571750"/>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a:solidFill>
                  <a:srgbClr val="182433"/>
                </a:solidFill>
              </a:defRPr>
            </a:defPPr>
            <a:lvl1pPr>
              <a:defRPr sz="1725">
                <a:solidFill>
                  <a:srgbClr val="182433"/>
                </a:solidFill>
              </a:defRPr>
            </a:lvl1pPr>
            <a:lvl2pPr>
              <a:defRPr sz="1725">
                <a:solidFill>
                  <a:srgbClr val="182433"/>
                </a:solidFill>
              </a:defRPr>
            </a:lvl2pPr>
            <a:lvl3pPr>
              <a:defRPr sz="1725">
                <a:solidFill>
                  <a:srgbClr val="182433"/>
                </a:solidFill>
              </a:defRPr>
            </a:lvl3pPr>
            <a:lvl4pPr>
              <a:defRPr sz="1725">
                <a:solidFill>
                  <a:srgbClr val="182433"/>
                </a:solidFill>
              </a:defRPr>
            </a:lvl4pPr>
            <a:lvl5pPr>
              <a:defRPr sz="1725">
                <a:solidFill>
                  <a:srgbClr val="182433"/>
                </a:solidFill>
              </a:defRPr>
            </a:lvl5pPr>
            <a:lvl6pPr>
              <a:defRPr sz="1725">
                <a:solidFill>
                  <a:srgbClr val="182433"/>
                </a:solidFill>
              </a:defRPr>
            </a:lvl6pPr>
            <a:lvl7pPr>
              <a:defRPr sz="1725">
                <a:solidFill>
                  <a:srgbClr val="182433"/>
                </a:solidFill>
              </a:defRPr>
            </a:lvl7pPr>
            <a:lvl8pPr>
              <a:defRPr sz="1725">
                <a:solidFill>
                  <a:srgbClr val="182433"/>
                </a:solidFill>
              </a:defRPr>
            </a:lvl8pPr>
            <a:lvl9pPr>
              <a:defRPr sz="1725">
                <a:solidFill>
                  <a:srgbClr val="182433"/>
                </a:solidFill>
              </a:defRPr>
            </a:lvl9pPr>
          </a:lstStyle>
          <a:p xmlns:a="http://schemas.openxmlformats.org/drawingml/2006/main">
            <a:pPr>
              <a:defRPr sz="1725">
                <a:solidFill>
                  <a:srgbClr val="182433"/>
                </a:solidFill>
              </a:defRPr>
            </a:pPr>
            <a:r>
              <a:rPr sz="1725">
                <a:solidFill>
                  <a:srgbClr val="182433"/>
                </a:solidFill>
              </a:rPr>
              <a:t>Readable path data</a:t>
            </a:r>
          </a:p>
          <a:p xmlns:a="http://schemas.openxmlformats.org/drawingml/2006/main">
            <a:pPr>
              <a:defRPr sz="1725">
                <a:solidFill>
                  <a:srgbClr val="182433"/>
                </a:solidFill>
              </a:defRPr>
            </a:pPr>
            <a:r>
              <a:rPr sz="1725">
                <a:solidFill>
                  <a:srgbClr val="182433"/>
                </a:solidFill>
              </a:rPr>
              <a:t>Browser preview</a:t>
            </a:r>
          </a:p>
          <a:p xmlns:a="http://schemas.openxmlformats.org/drawingml/2006/main">
            <a:pPr>
              <a:defRPr sz="1725">
                <a:solidFill>
                  <a:srgbClr val="182433"/>
                </a:solidFill>
              </a:defRPr>
            </a:pPr>
            <a:r>
              <a:rPr sz="1725">
                <a:solidFill>
                  <a:srgbClr val="182433"/>
                </a:solidFill>
              </a:rPr>
              <a:t>Physical width and height</a:t>
            </a:r>
          </a:p>
          <a:p xmlns:a="http://schemas.openxmlformats.org/drawingml/2006/main">
            <a:pPr>
              <a:defRPr sz="1725">
                <a:solidFill>
                  <a:srgbClr val="182433"/>
                </a:solidFill>
              </a:defRPr>
            </a:pPr>
            <a:r>
              <a:rPr sz="1725">
                <a:solidFill>
                  <a:srgbClr val="182433"/>
                </a:solidFill>
              </a:rPr>
              <a:t>Original curve commands</a:t>
            </a:r>
          </a:p>
        </p:txBody>
      </p:sp>
      <p:sp>
        <p:nvSpPr>
          <p:cNvPr id="8" name="">
            <a:extLst xmlns:a="http://schemas.openxmlformats.org/drawingml/2006/main">
              <a:ext uri="{FF2B5EF4-FFF2-40B4-BE49-F238E27FC236}">
                <a16:creationId xmlns:a16="http://schemas.microsoft.com/office/drawing/2014/main" id="{73A00445-E1A8-4828-B226-EC6B5238E115}"/>
              </a:ext>
            </a:extLst>
          </p:cNvPr>
          <p:cNvSpPr>
            <a:spLocks xmlns:a="http://schemas.openxmlformats.org/drawingml/2006/main" noGrp="1"/>
          </p:cNvSpPr>
          <p:nvPr/>
        </p:nvSpPr>
        <p:spPr>
          <a:xfrm xmlns:a="http://schemas.openxmlformats.org/drawingml/2006/main">
            <a:off x="6724650" y="180975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625" b="1">
                <a:solidFill>
                  <a:srgbClr val="4F7C67"/>
                </a:solidFill>
              </a:defRPr>
            </a:defPPr>
            <a:lvl1pPr>
              <a:defRPr sz="2625" b="1">
                <a:solidFill>
                  <a:srgbClr val="4F7C67"/>
                </a:solidFill>
              </a:defRPr>
            </a:lvl1pPr>
            <a:lvl2pPr>
              <a:defRPr sz="2625" b="1">
                <a:solidFill>
                  <a:srgbClr val="4F7C67"/>
                </a:solidFill>
              </a:defRPr>
            </a:lvl2pPr>
            <a:lvl3pPr>
              <a:defRPr sz="2625" b="1">
                <a:solidFill>
                  <a:srgbClr val="4F7C67"/>
                </a:solidFill>
              </a:defRPr>
            </a:lvl3pPr>
            <a:lvl4pPr>
              <a:defRPr sz="2625" b="1">
                <a:solidFill>
                  <a:srgbClr val="4F7C67"/>
                </a:solidFill>
              </a:defRPr>
            </a:lvl4pPr>
            <a:lvl5pPr>
              <a:defRPr sz="2625" b="1">
                <a:solidFill>
                  <a:srgbClr val="4F7C67"/>
                </a:solidFill>
              </a:defRPr>
            </a:lvl5pPr>
            <a:lvl6pPr>
              <a:defRPr sz="2625" b="1">
                <a:solidFill>
                  <a:srgbClr val="4F7C67"/>
                </a:solidFill>
              </a:defRPr>
            </a:lvl6pPr>
            <a:lvl7pPr>
              <a:defRPr sz="2625" b="1">
                <a:solidFill>
                  <a:srgbClr val="4F7C67"/>
                </a:solidFill>
              </a:defRPr>
            </a:lvl7pPr>
            <a:lvl8pPr>
              <a:defRPr sz="2625" b="1">
                <a:solidFill>
                  <a:srgbClr val="4F7C67"/>
                </a:solidFill>
              </a:defRPr>
            </a:lvl8pPr>
            <a:lvl9pPr>
              <a:defRPr sz="2625" b="1">
                <a:solidFill>
                  <a:srgbClr val="4F7C67"/>
                </a:solidFill>
              </a:defRPr>
            </a:lvl9pPr>
          </a:lstStyle>
          <a:p xmlns:a="http://schemas.openxmlformats.org/drawingml/2006/main">
            <a:pPr>
              <a:defRPr sz="2625" b="1">
                <a:solidFill>
                  <a:srgbClr val="4F7C67"/>
                </a:solidFill>
              </a:defRPr>
            </a:pPr>
            <a:r>
              <a:rPr sz="2625" b="1">
                <a:solidFill>
                  <a:srgbClr val="4F7C67"/>
                </a:solidFill>
              </a:rPr>
              <a:t>DXF R2000</a:t>
            </a:r>
          </a:p>
        </p:txBody>
      </p:sp>
      <p:sp>
        <p:nvSpPr>
          <p:cNvPr id="9" name="">
            <a:extLst xmlns:a="http://schemas.openxmlformats.org/drawingml/2006/main">
              <a:ext uri="{FF2B5EF4-FFF2-40B4-BE49-F238E27FC236}">
                <a16:creationId xmlns:a16="http://schemas.microsoft.com/office/drawing/2014/main" id="{E2CAE02B-9369-4671-B67A-24124F7C6525}"/>
              </a:ext>
            </a:extLst>
          </p:cNvPr>
          <p:cNvSpPr>
            <a:spLocks xmlns:a="http://schemas.openxmlformats.org/drawingml/2006/main" noGrp="1"/>
          </p:cNvSpPr>
          <p:nvPr/>
        </p:nvSpPr>
        <p:spPr>
          <a:xfrm xmlns:a="http://schemas.openxmlformats.org/drawingml/2006/main">
            <a:off x="6724650" y="2571750"/>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a:solidFill>
                  <a:srgbClr val="182433"/>
                </a:solidFill>
              </a:defRPr>
            </a:defPPr>
            <a:lvl1pPr>
              <a:defRPr sz="1725">
                <a:solidFill>
                  <a:srgbClr val="182433"/>
                </a:solidFill>
              </a:defRPr>
            </a:lvl1pPr>
            <a:lvl2pPr>
              <a:defRPr sz="1725">
                <a:solidFill>
                  <a:srgbClr val="182433"/>
                </a:solidFill>
              </a:defRPr>
            </a:lvl2pPr>
            <a:lvl3pPr>
              <a:defRPr sz="1725">
                <a:solidFill>
                  <a:srgbClr val="182433"/>
                </a:solidFill>
              </a:defRPr>
            </a:lvl3pPr>
            <a:lvl4pPr>
              <a:defRPr sz="1725">
                <a:solidFill>
                  <a:srgbClr val="182433"/>
                </a:solidFill>
              </a:defRPr>
            </a:lvl4pPr>
            <a:lvl5pPr>
              <a:defRPr sz="1725">
                <a:solidFill>
                  <a:srgbClr val="182433"/>
                </a:solidFill>
              </a:defRPr>
            </a:lvl5pPr>
            <a:lvl6pPr>
              <a:defRPr sz="1725">
                <a:solidFill>
                  <a:srgbClr val="182433"/>
                </a:solidFill>
              </a:defRPr>
            </a:lvl6pPr>
            <a:lvl7pPr>
              <a:defRPr sz="1725">
                <a:solidFill>
                  <a:srgbClr val="182433"/>
                </a:solidFill>
              </a:defRPr>
            </a:lvl7pPr>
            <a:lvl8pPr>
              <a:defRPr sz="1725">
                <a:solidFill>
                  <a:srgbClr val="182433"/>
                </a:solidFill>
              </a:defRPr>
            </a:lvl8pPr>
            <a:lvl9pPr>
              <a:defRPr sz="1725">
                <a:solidFill>
                  <a:srgbClr val="182433"/>
                </a:solidFill>
              </a:defRPr>
            </a:lvl9pPr>
          </a:lstStyle>
          <a:p xmlns:a="http://schemas.openxmlformats.org/drawingml/2006/main">
            <a:pPr>
              <a:defRPr sz="1725">
                <a:solidFill>
                  <a:srgbClr val="182433"/>
                </a:solidFill>
              </a:defRPr>
            </a:pPr>
            <a:r>
              <a:rPr sz="1725">
                <a:solidFill>
                  <a:srgbClr val="182433"/>
                </a:solidFill>
              </a:rPr>
              <a:t>CAD units and layers</a:t>
            </a:r>
          </a:p>
          <a:p xmlns:a="http://schemas.openxmlformats.org/drawingml/2006/main">
            <a:pPr>
              <a:defRPr sz="1725">
                <a:solidFill>
                  <a:srgbClr val="182433"/>
                </a:solidFill>
              </a:defRPr>
            </a:pPr>
            <a:r>
              <a:rPr sz="1725">
                <a:solidFill>
                  <a:srgbClr val="182433"/>
                </a:solidFill>
              </a:rPr>
              <a:t>Native SPLINE entities</a:t>
            </a:r>
          </a:p>
          <a:p xmlns:a="http://schemas.openxmlformats.org/drawingml/2006/main">
            <a:pPr>
              <a:defRPr sz="1725">
                <a:solidFill>
                  <a:srgbClr val="182433"/>
                </a:solidFill>
              </a:defRPr>
            </a:pPr>
            <a:r>
              <a:rPr sz="1725">
                <a:solidFill>
                  <a:srgbClr val="182433"/>
                </a:solidFill>
              </a:rPr>
              <a:t>Downstream import check</a:t>
            </a:r>
          </a:p>
          <a:p xmlns:a="http://schemas.openxmlformats.org/drawingml/2006/main">
            <a:pPr>
              <a:defRPr sz="1725">
                <a:solidFill>
                  <a:srgbClr val="182433"/>
                </a:solidFill>
              </a:defRPr>
            </a:pPr>
            <a:r>
              <a:rPr sz="1725">
                <a:solidFill>
                  <a:srgbClr val="182433"/>
                </a:solidFill>
              </a:rPr>
              <a:t>Requires CAD validation</a:t>
            </a:r>
          </a:p>
        </p:txBody>
      </p:sp>
      <p:sp>
        <p:nvSpPr>
          <p:cNvPr id="10" name="">
            <a:extLst xmlns:a="http://schemas.openxmlformats.org/drawingml/2006/main">
              <a:ext uri="{FF2B5EF4-FFF2-40B4-BE49-F238E27FC236}">
                <a16:creationId xmlns:a16="http://schemas.microsoft.com/office/drawing/2014/main" id="{B50D20C6-206A-407D-9D91-3B6CE0895BBF}"/>
              </a:ext>
            </a:extLst>
          </p:cNvPr>
          <p:cNvSpPr>
            <a:spLocks xmlns:a="http://schemas.openxmlformats.org/drawingml/2006/main" noGrp="1"/>
          </p:cNvSpPr>
          <p:nvPr/>
        </p:nvSpPr>
        <p:spPr>
          <a:xfrm xmlns:a="http://schemas.openxmlformats.org/drawingml/2006/main">
            <a:off x="5905500" y="1809750"/>
            <a:ext cx="19050" cy="3333750"/>
          </a:xfrm>
          <a:prstGeom xmlns:a="http://schemas.openxmlformats.org/drawingml/2006/main" prst="rect">
            <a:avLst/>
          </a:prstGeom>
          <a:solidFill xmlns:a="http://schemas.openxmlformats.org/drawingml/2006/main">
            <a:srgbClr val="CAD6E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9ECBA02-A569-42AC-9F21-E0B2B9659A72}"/>
              </a:ext>
            </a:extLst>
          </p:cNvPr>
          <p:cNvSpPr>
            <a:spLocks xmlns:a="http://schemas.openxmlformats.org/drawingml/2006/main" noGrp="1"/>
          </p:cNvSpPr>
          <p:nvPr/>
        </p:nvSpPr>
        <p:spPr>
          <a:xfrm xmlns:a="http://schemas.openxmlformats.org/drawingml/2006/main">
            <a:off x="1714500" y="5334000"/>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3294B"/>
                </a:solidFill>
              </a:defRPr>
            </a:defPPr>
            <a:lvl1pPr>
              <a:defRPr sz="1650" b="1">
                <a:solidFill>
                  <a:srgbClr val="13294B"/>
                </a:solidFill>
              </a:defRPr>
            </a:lvl1pPr>
            <a:lvl2pPr>
              <a:defRPr sz="1650" b="1">
                <a:solidFill>
                  <a:srgbClr val="13294B"/>
                </a:solidFill>
              </a:defRPr>
            </a:lvl2pPr>
            <a:lvl3pPr>
              <a:defRPr sz="1650" b="1">
                <a:solidFill>
                  <a:srgbClr val="13294B"/>
                </a:solidFill>
              </a:defRPr>
            </a:lvl3pPr>
            <a:lvl4pPr>
              <a:defRPr sz="1650" b="1">
                <a:solidFill>
                  <a:srgbClr val="13294B"/>
                </a:solidFill>
              </a:defRPr>
            </a:lvl4pPr>
            <a:lvl5pPr>
              <a:defRPr sz="1650" b="1">
                <a:solidFill>
                  <a:srgbClr val="13294B"/>
                </a:solidFill>
              </a:defRPr>
            </a:lvl5pPr>
            <a:lvl6pPr>
              <a:defRPr sz="1650" b="1">
                <a:solidFill>
                  <a:srgbClr val="13294B"/>
                </a:solidFill>
              </a:defRPr>
            </a:lvl6pPr>
            <a:lvl7pPr>
              <a:defRPr sz="1650" b="1">
                <a:solidFill>
                  <a:srgbClr val="13294B"/>
                </a:solidFill>
              </a:defRPr>
            </a:lvl7pPr>
            <a:lvl8pPr>
              <a:defRPr sz="1650" b="1">
                <a:solidFill>
                  <a:srgbClr val="13294B"/>
                </a:solidFill>
              </a:defRPr>
            </a:lvl8pPr>
            <a:lvl9pPr>
              <a:defRPr sz="1650" b="1">
                <a:solidFill>
                  <a:srgbClr val="13294B"/>
                </a:solidFill>
              </a:defRPr>
            </a:lvl9pPr>
          </a:lstStyle>
          <a:p xmlns:a="http://schemas.openxmlformats.org/drawingml/2006/main">
            <a:pPr>
              <a:defRPr sz="1650" b="1">
                <a:solidFill>
                  <a:srgbClr val="13294B"/>
                </a:solidFill>
              </a:defRPr>
            </a:pPr>
            <a:r>
              <a:rPr sz="1650" b="1">
                <a:solidFill>
                  <a:srgbClr val="13294B"/>
                </a:solidFill>
              </a:rPr>
              <a:t>R12 cannot carry the native spline representation used by the current exporter, so the build requires R2000 or newer.</a:t>
            </a:r>
          </a:p>
        </p:txBody>
      </p:sp>
    </p:spTree>
    <p:extLst>
      <p:ext uri="{BB962C8B-B14F-4D97-AF65-F5344CB8AC3E}">
        <p14:creationId xmlns:p14="http://schemas.microsoft.com/office/powerpoint/2010/main" val="1446627131"/>
      </p:ext>
    </p:extLst>
  </p:cSld>
</p:sld>
</file>

<file path=ppt/slides/slide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1247CFC-112B-4B00-ACCE-257B3CEA20E6}"/>
              </a:ext>
            </a:extLst>
          </p:cNvPr>
          <p:cNvSpPr>
            <a:spLocks xmlns:a="http://schemas.openxmlformats.org/drawingml/2006/main" noGrp="1"/>
          </p:cNvSpPr>
          <p:nvPr/>
        </p:nvSpPr>
        <p:spPr>
          <a:xfrm xmlns:a="http://schemas.openxmlformats.org/drawingml/2006/main">
            <a:off x="68580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9CD3"/>
                </a:solidFill>
              </a:defRPr>
            </a:defPPr>
            <a:lvl1pPr>
              <a:defRPr sz="975" b="1">
                <a:solidFill>
                  <a:srgbClr val="4B9CD3"/>
                </a:solidFill>
              </a:defRPr>
            </a:lvl1pPr>
            <a:lvl2pPr>
              <a:defRPr sz="975" b="1">
                <a:solidFill>
                  <a:srgbClr val="4B9CD3"/>
                </a:solidFill>
              </a:defRPr>
            </a:lvl2pPr>
            <a:lvl3pPr>
              <a:defRPr sz="975" b="1">
                <a:solidFill>
                  <a:srgbClr val="4B9CD3"/>
                </a:solidFill>
              </a:defRPr>
            </a:lvl3pPr>
            <a:lvl4pPr>
              <a:defRPr sz="975" b="1">
                <a:solidFill>
                  <a:srgbClr val="4B9CD3"/>
                </a:solidFill>
              </a:defRPr>
            </a:lvl4pPr>
            <a:lvl5pPr>
              <a:defRPr sz="975" b="1">
                <a:solidFill>
                  <a:srgbClr val="4B9CD3"/>
                </a:solidFill>
              </a:defRPr>
            </a:lvl5pPr>
            <a:lvl6pPr>
              <a:defRPr sz="975" b="1">
                <a:solidFill>
                  <a:srgbClr val="4B9CD3"/>
                </a:solidFill>
              </a:defRPr>
            </a:lvl6pPr>
            <a:lvl7pPr>
              <a:defRPr sz="975" b="1">
                <a:solidFill>
                  <a:srgbClr val="4B9CD3"/>
                </a:solidFill>
              </a:defRPr>
            </a:lvl7pPr>
            <a:lvl8pPr>
              <a:defRPr sz="975" b="1">
                <a:solidFill>
                  <a:srgbClr val="4B9CD3"/>
                </a:solidFill>
              </a:defRPr>
            </a:lvl8pPr>
            <a:lvl9pPr>
              <a:defRPr sz="975" b="1">
                <a:solidFill>
                  <a:srgbClr val="4B9CD3"/>
                </a:solidFill>
              </a:defRPr>
            </a:lvl9pPr>
          </a:lstStyle>
          <a:p xmlns:a="http://schemas.openxmlformats.org/drawingml/2006/main">
            <a:pPr>
              <a:defRPr sz="975" b="1">
                <a:solidFill>
                  <a:srgbClr val="4B9CD3"/>
                </a:solidFill>
              </a:defRPr>
            </a:pPr>
            <a:r>
              <a:rPr sz="975" b="1">
                <a:solidFill>
                  <a:srgbClr val="4B9CD3"/>
                </a:solidFill>
              </a:rPr>
              <a:t>IMAGE VECTORIZATION</a:t>
            </a:r>
          </a:p>
        </p:txBody>
      </p:sp>
      <p:sp>
        <p:nvSpPr>
          <p:cNvPr id="2" name="">
            <a:extLst xmlns:a="http://schemas.openxmlformats.org/drawingml/2006/main">
              <a:ext uri="{FF2B5EF4-FFF2-40B4-BE49-F238E27FC236}">
                <a16:creationId xmlns:a16="http://schemas.microsoft.com/office/drawing/2014/main" id="{4040CDCD-9C12-42E6-B3F9-29687C847A8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3294B"/>
                </a:solidFill>
              </a:defRPr>
            </a:defPPr>
            <a:lvl1pPr>
              <a:defRPr sz="2700" b="1">
                <a:solidFill>
                  <a:srgbClr val="13294B"/>
                </a:solidFill>
              </a:defRPr>
            </a:lvl1pPr>
            <a:lvl2pPr>
              <a:defRPr sz="2700" b="1">
                <a:solidFill>
                  <a:srgbClr val="13294B"/>
                </a:solidFill>
              </a:defRPr>
            </a:lvl2pPr>
            <a:lvl3pPr>
              <a:defRPr sz="2700" b="1">
                <a:solidFill>
                  <a:srgbClr val="13294B"/>
                </a:solidFill>
              </a:defRPr>
            </a:lvl3pPr>
            <a:lvl4pPr>
              <a:defRPr sz="2700" b="1">
                <a:solidFill>
                  <a:srgbClr val="13294B"/>
                </a:solidFill>
              </a:defRPr>
            </a:lvl4pPr>
            <a:lvl5pPr>
              <a:defRPr sz="2700" b="1">
                <a:solidFill>
                  <a:srgbClr val="13294B"/>
                </a:solidFill>
              </a:defRPr>
            </a:lvl5pPr>
            <a:lvl6pPr>
              <a:defRPr sz="2700" b="1">
                <a:solidFill>
                  <a:srgbClr val="13294B"/>
                </a:solidFill>
              </a:defRPr>
            </a:lvl6pPr>
            <a:lvl7pPr>
              <a:defRPr sz="2700" b="1">
                <a:solidFill>
                  <a:srgbClr val="13294B"/>
                </a:solidFill>
              </a:defRPr>
            </a:lvl7pPr>
            <a:lvl8pPr>
              <a:defRPr sz="2700" b="1">
                <a:solidFill>
                  <a:srgbClr val="13294B"/>
                </a:solidFill>
              </a:defRPr>
            </a:lvl8pPr>
            <a:lvl9pPr>
              <a:defRPr sz="2700" b="1">
                <a:solidFill>
                  <a:srgbClr val="13294B"/>
                </a:solidFill>
              </a:defRPr>
            </a:lvl9pPr>
          </a:lstStyle>
          <a:p xmlns:a="http://schemas.openxmlformats.org/drawingml/2006/main">
            <a:pPr>
              <a:defRPr sz="2700" b="1">
                <a:solidFill>
                  <a:srgbClr val="13294B"/>
                </a:solidFill>
              </a:defRPr>
            </a:pPr>
            <a:r>
              <a:rPr sz="2700" b="1">
                <a:solidFill>
                  <a:srgbClr val="13294B"/>
                </a:solidFill>
              </a:rPr>
              <a:t>Live demonstration</a:t>
            </a:r>
          </a:p>
        </p:txBody>
      </p:sp>
      <p:sp>
        <p:nvSpPr>
          <p:cNvPr id="3" name="">
            <a:extLst xmlns:a="http://schemas.openxmlformats.org/drawingml/2006/main">
              <a:ext uri="{FF2B5EF4-FFF2-40B4-BE49-F238E27FC236}">
                <a16:creationId xmlns:a16="http://schemas.microsoft.com/office/drawing/2014/main" id="{00426680-B2E9-4BB0-A335-BEA51E6A51FE}"/>
              </a:ext>
            </a:extLst>
          </p:cNvPr>
          <p:cNvSpPr>
            <a:spLocks xmlns:a="http://schemas.openxmlformats.org/drawingml/2006/main" noGrp="1"/>
          </p:cNvSpPr>
          <p:nvPr/>
        </p:nvSpPr>
        <p:spPr>
          <a:xfrm xmlns:a="http://schemas.openxmlformats.org/drawingml/2006/main">
            <a:off x="685800" y="1381125"/>
            <a:ext cx="876300" cy="47625"/>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CE5A4D2-03F5-4432-BE83-893C8D2182E8}"/>
              </a:ext>
            </a:extLst>
          </p:cNvPr>
          <p:cNvSpPr>
            <a:spLocks xmlns:a="http://schemas.openxmlformats.org/drawingml/2006/main" noGrp="1"/>
          </p:cNvSpPr>
          <p:nvPr/>
        </p:nvSpPr>
        <p:spPr>
          <a:xfrm xmlns:a="http://schemas.openxmlformats.org/drawingml/2006/main">
            <a:off x="11144250" y="400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579"/>
                </a:solidFill>
              </a:defRPr>
            </a:defPPr>
            <a:lvl1pPr>
              <a:defRPr sz="975" b="1">
                <a:solidFill>
                  <a:srgbClr val="536579"/>
                </a:solidFill>
              </a:defRPr>
            </a:lvl1pPr>
            <a:lvl2pPr>
              <a:defRPr sz="975" b="1">
                <a:solidFill>
                  <a:srgbClr val="536579"/>
                </a:solidFill>
              </a:defRPr>
            </a:lvl2pPr>
            <a:lvl3pPr>
              <a:defRPr sz="975" b="1">
                <a:solidFill>
                  <a:srgbClr val="536579"/>
                </a:solidFill>
              </a:defRPr>
            </a:lvl3pPr>
            <a:lvl4pPr>
              <a:defRPr sz="975" b="1">
                <a:solidFill>
                  <a:srgbClr val="536579"/>
                </a:solidFill>
              </a:defRPr>
            </a:lvl4pPr>
            <a:lvl5pPr>
              <a:defRPr sz="975" b="1">
                <a:solidFill>
                  <a:srgbClr val="536579"/>
                </a:solidFill>
              </a:defRPr>
            </a:lvl5pPr>
            <a:lvl6pPr>
              <a:defRPr sz="975" b="1">
                <a:solidFill>
                  <a:srgbClr val="536579"/>
                </a:solidFill>
              </a:defRPr>
            </a:lvl6pPr>
            <a:lvl7pPr>
              <a:defRPr sz="975" b="1">
                <a:solidFill>
                  <a:srgbClr val="536579"/>
                </a:solidFill>
              </a:defRPr>
            </a:lvl7pPr>
            <a:lvl8pPr>
              <a:defRPr sz="975" b="1">
                <a:solidFill>
                  <a:srgbClr val="536579"/>
                </a:solidFill>
              </a:defRPr>
            </a:lvl8pPr>
            <a:lvl9pPr>
              <a:defRPr sz="975" b="1">
                <a:solidFill>
                  <a:srgbClr val="536579"/>
                </a:solidFill>
              </a:defRPr>
            </a:lvl9pPr>
          </a:lstStyle>
          <a:p xmlns:a="http://schemas.openxmlformats.org/drawingml/2006/main">
            <a:pPr>
              <a:defRPr sz="975" b="1">
                <a:solidFill>
                  <a:srgbClr val="536579"/>
                </a:solidFill>
              </a:defRPr>
            </a:pPr>
            <a:r>
              <a:rPr sz="975" b="1">
                <a:solidFill>
                  <a:srgbClr val="536579"/>
                </a:solidFill>
              </a:rPr>
              <a:t>09</a:t>
            </a:r>
          </a:p>
        </p:txBody>
      </p:sp>
      <p:sp>
        <p:nvSpPr>
          <p:cNvPr id="5" name="">
            <a:extLst xmlns:a="http://schemas.openxmlformats.org/drawingml/2006/main">
              <a:ext uri="{FF2B5EF4-FFF2-40B4-BE49-F238E27FC236}">
                <a16:creationId xmlns:a16="http://schemas.microsoft.com/office/drawing/2014/main" id="{0BBB1238-9ADF-437E-ADFE-CBB38C649013}"/>
              </a:ext>
            </a:extLst>
          </p:cNvPr>
          <p:cNvSpPr>
            <a:spLocks xmlns:a="http://schemas.openxmlformats.org/drawingml/2006/main" noGrp="1"/>
          </p:cNvSpPr>
          <p:nvPr/>
        </p:nvSpPr>
        <p:spPr>
          <a:xfrm xmlns:a="http://schemas.openxmlformats.org/drawingml/2006/main">
            <a:off x="68580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a:solidFill>
                  <a:srgbClr val="536579"/>
                </a:solidFill>
              </a:defRPr>
            </a:defPPr>
            <a:lvl1pPr>
              <a:defRPr sz="825">
                <a:solidFill>
                  <a:srgbClr val="536579"/>
                </a:solidFill>
              </a:defRPr>
            </a:lvl1pPr>
            <a:lvl2pPr>
              <a:defRPr sz="825">
                <a:solidFill>
                  <a:srgbClr val="536579"/>
                </a:solidFill>
              </a:defRPr>
            </a:lvl2pPr>
            <a:lvl3pPr>
              <a:defRPr sz="825">
                <a:solidFill>
                  <a:srgbClr val="536579"/>
                </a:solidFill>
              </a:defRPr>
            </a:lvl3pPr>
            <a:lvl4pPr>
              <a:defRPr sz="825">
                <a:solidFill>
                  <a:srgbClr val="536579"/>
                </a:solidFill>
              </a:defRPr>
            </a:lvl4pPr>
            <a:lvl5pPr>
              <a:defRPr sz="825">
                <a:solidFill>
                  <a:srgbClr val="536579"/>
                </a:solidFill>
              </a:defRPr>
            </a:lvl5pPr>
            <a:lvl6pPr>
              <a:defRPr sz="825">
                <a:solidFill>
                  <a:srgbClr val="536579"/>
                </a:solidFill>
              </a:defRPr>
            </a:lvl6pPr>
            <a:lvl7pPr>
              <a:defRPr sz="825">
                <a:solidFill>
                  <a:srgbClr val="536579"/>
                </a:solidFill>
              </a:defRPr>
            </a:lvl7pPr>
            <a:lvl8pPr>
              <a:defRPr sz="825">
                <a:solidFill>
                  <a:srgbClr val="536579"/>
                </a:solidFill>
              </a:defRPr>
            </a:lvl8pPr>
            <a:lvl9pPr>
              <a:defRPr sz="825">
                <a:solidFill>
                  <a:srgbClr val="536579"/>
                </a:solidFill>
              </a:defRPr>
            </a:lvl9pPr>
          </a:lstStyle>
          <a:p xmlns:a="http://schemas.openxmlformats.org/drawingml/2006/main">
            <a:pPr>
              <a:defRPr sz="825">
                <a:solidFill>
                  <a:srgbClr val="536579"/>
                </a:solidFill>
              </a:defRPr>
            </a:pPr>
            <a:r>
              <a:rPr sz="825">
                <a:solidFill>
                  <a:srgbClr val="536579"/>
                </a:solidFill>
              </a:rPr>
              <a:t>UNC COMP 523 Team E  ·  Vibhas Nair</a:t>
            </a:r>
          </a:p>
        </p:txBody>
      </p:sp>
      <p:pic>
        <p:nvPicPr>
          <p:cNvPr id="6" name="">
            <a:extLst xmlns:a="http://schemas.openxmlformats.org/drawingml/2006/main">
              <a:ext uri="{FF2B5EF4-FFF2-40B4-BE49-F238E27FC236}">
                <a16:creationId xmlns:a16="http://schemas.microsoft.com/office/drawing/2014/main" id="{38E2B3A3-AF6C-451B-A31D-5174D7B603B3}"/>
              </a:ext>
            </a:extLst>
          </p:cNvPr>
          <p:cNvPicPr>
            <a:picLocks xmlns:a="http://schemas.openxmlformats.org/drawingml/2006/main" noChangeAspect="1"/>
          </p:cNvPicPr>
          <p:nvPr/>
        </p:nvPicPr>
        <p:blipFill>
          <a:blip xmlns:r="http://schemas.openxmlformats.org/officeDocument/2006/relationships" xmlns:a="http://schemas.openxmlformats.org/drawingml/2006/main" r:embed="R56ae07500cf64764">
            <a:extLst>
              <a:ext uri="{96DAC541-7B7A-43D3-8B79-37D633B846F1}">
                <asvg:svgBlip xmlns:asvg="http://schemas.microsoft.com/office/drawing/2016/SVG/main" r:embed="Rfd7ca7b09ff84193"/>
              </a:ext>
            </a:extLst>
          </a:blip>
          <a:stretch xmlns:a="http://schemas.openxmlformats.org/drawingml/2006/main"/>
        </p:blipFill>
        <p:spPr>
          <a:xfrm xmlns:a="http://schemas.openxmlformats.org/drawingml/2006/main">
            <a:off x="6667500" y="1676400"/>
            <a:ext cx="4286250"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1A8F528-2553-4812-BDD0-916F0BEA2760}"/>
              </a:ext>
            </a:extLst>
          </p:cNvPr>
          <p:cNvSpPr>
            <a:spLocks xmlns:a="http://schemas.openxmlformats.org/drawingml/2006/main" noGrp="1"/>
          </p:cNvSpPr>
          <p:nvPr/>
        </p:nvSpPr>
        <p:spPr>
          <a:xfrm xmlns:a="http://schemas.openxmlformats.org/drawingml/2006/main">
            <a:off x="838200" y="1752600"/>
            <a:ext cx="457200" cy="457200"/>
          </a:xfrm>
          <a:prstGeom xmlns:a="http://schemas.openxmlformats.org/drawingml/2006/main" prst="roundRect">
            <a:avLst>
              <a:gd name="adj" fmla="val 25000"/>
            </a:avLst>
          </a:prstGeom>
          <a:solidFill xmlns:a="http://schemas.openxmlformats.org/drawingml/2006/main">
            <a:srgbClr val="4B9CD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F4EC910-3D6F-4685-98D7-7665ACC95F79}"/>
              </a:ext>
            </a:extLst>
          </p:cNvPr>
          <p:cNvSpPr>
            <a:spLocks xmlns:a="http://schemas.openxmlformats.org/drawingml/2006/main" noGrp="1"/>
          </p:cNvSpPr>
          <p:nvPr/>
        </p:nvSpPr>
        <p:spPr>
          <a:xfrm xmlns:a="http://schemas.openxmlformats.org/drawingml/2006/main">
            <a:off x="838200" y="17526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FFFFFF"/>
                </a:solidFill>
              </a:defRPr>
            </a:defPPr>
            <a:lvl1pPr>
              <a:defRPr sz="1575" b="1">
                <a:solidFill>
                  <a:srgbClr val="FFFFFF"/>
                </a:solidFill>
              </a:defRPr>
            </a:lvl1pPr>
            <a:lvl2pPr>
              <a:defRPr sz="1575" b="1">
                <a:solidFill>
                  <a:srgbClr val="FFFFFF"/>
                </a:solidFill>
              </a:defRPr>
            </a:lvl2pPr>
            <a:lvl3pPr>
              <a:defRPr sz="1575" b="1">
                <a:solidFill>
                  <a:srgbClr val="FFFFFF"/>
                </a:solidFill>
              </a:defRPr>
            </a:lvl3pPr>
            <a:lvl4pPr>
              <a:defRPr sz="1575" b="1">
                <a:solidFill>
                  <a:srgbClr val="FFFFFF"/>
                </a:solidFill>
              </a:defRPr>
            </a:lvl4pPr>
            <a:lvl5pPr>
              <a:defRPr sz="1575" b="1">
                <a:solidFill>
                  <a:srgbClr val="FFFFFF"/>
                </a:solidFill>
              </a:defRPr>
            </a:lvl5pPr>
            <a:lvl6pPr>
              <a:defRPr sz="1575" b="1">
                <a:solidFill>
                  <a:srgbClr val="FFFFFF"/>
                </a:solidFill>
              </a:defRPr>
            </a:lvl6pPr>
            <a:lvl7pPr>
              <a:defRPr sz="1575" b="1">
                <a:solidFill>
                  <a:srgbClr val="FFFFFF"/>
                </a:solidFill>
              </a:defRPr>
            </a:lvl7pPr>
            <a:lvl8pPr>
              <a:defRPr sz="1575" b="1">
                <a:solidFill>
                  <a:srgbClr val="FFFFFF"/>
                </a:solidFill>
              </a:defRPr>
            </a:lvl8pPr>
            <a:lvl9pPr>
              <a:defRPr sz="1575" b="1">
                <a:solidFill>
                  <a:srgbClr val="FFFFFF"/>
                </a:solidFill>
              </a:defRPr>
            </a:lvl9pPr>
          </a:lstStyle>
          <a:p xmlns:a="http://schemas.openxmlformats.org/drawingml/2006/main">
            <a:pPr>
              <a:defRPr sz="1575" b="1">
                <a:solidFill>
                  <a:srgbClr val="FFFFFF"/>
                </a:solidFill>
              </a:defRPr>
            </a:pPr>
            <a:r>
              <a:rPr sz="1575" b="1">
                <a:solidFill>
                  <a:srgbClr val="FFFFFF"/>
                </a:solidFill>
              </a:rPr>
              <a:t>1</a:t>
            </a:r>
          </a:p>
        </p:txBody>
      </p:sp>
      <p:sp>
        <p:nvSpPr>
          <p:cNvPr id="9" name="">
            <a:extLst xmlns:a="http://schemas.openxmlformats.org/drawingml/2006/main">
              <a:ext uri="{FF2B5EF4-FFF2-40B4-BE49-F238E27FC236}">
                <a16:creationId xmlns:a16="http://schemas.microsoft.com/office/drawing/2014/main" id="{254D1369-7BA1-48FC-ABE6-549B5802EA61}"/>
              </a:ext>
            </a:extLst>
          </p:cNvPr>
          <p:cNvSpPr>
            <a:spLocks xmlns:a="http://schemas.openxmlformats.org/drawingml/2006/main" noGrp="1"/>
          </p:cNvSpPr>
          <p:nvPr/>
        </p:nvSpPr>
        <p:spPr>
          <a:xfrm xmlns:a="http://schemas.openxmlformats.org/drawingml/2006/main">
            <a:off x="1485900" y="1724025"/>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82433"/>
                </a:solidFill>
              </a:defRPr>
            </a:defPPr>
            <a:lvl1pPr>
              <a:defRPr sz="1575" b="0">
                <a:solidFill>
                  <a:srgbClr val="182433"/>
                </a:solidFill>
              </a:defRPr>
            </a:lvl1pPr>
            <a:lvl2pPr>
              <a:defRPr sz="1575" b="0">
                <a:solidFill>
                  <a:srgbClr val="182433"/>
                </a:solidFill>
              </a:defRPr>
            </a:lvl2pPr>
            <a:lvl3pPr>
              <a:defRPr sz="1575" b="0">
                <a:solidFill>
                  <a:srgbClr val="182433"/>
                </a:solidFill>
              </a:defRPr>
            </a:lvl3pPr>
            <a:lvl4pPr>
              <a:defRPr sz="1575" b="0">
                <a:solidFill>
                  <a:srgbClr val="182433"/>
                </a:solidFill>
              </a:defRPr>
            </a:lvl4pPr>
            <a:lvl5pPr>
              <a:defRPr sz="1575" b="0">
                <a:solidFill>
                  <a:srgbClr val="182433"/>
                </a:solidFill>
              </a:defRPr>
            </a:lvl5pPr>
            <a:lvl6pPr>
              <a:defRPr sz="1575" b="0">
                <a:solidFill>
                  <a:srgbClr val="182433"/>
                </a:solidFill>
              </a:defRPr>
            </a:lvl6pPr>
            <a:lvl7pPr>
              <a:defRPr sz="1575" b="0">
                <a:solidFill>
                  <a:srgbClr val="182433"/>
                </a:solidFill>
              </a:defRPr>
            </a:lvl7pPr>
            <a:lvl8pPr>
              <a:defRPr sz="1575" b="0">
                <a:solidFill>
                  <a:srgbClr val="182433"/>
                </a:solidFill>
              </a:defRPr>
            </a:lvl8pPr>
            <a:lvl9pPr>
              <a:defRPr sz="1575" b="0">
                <a:solidFill>
                  <a:srgbClr val="182433"/>
                </a:solidFill>
              </a:defRPr>
            </a:lvl9pPr>
          </a:lstStyle>
          <a:p xmlns:a="http://schemas.openxmlformats.org/drawingml/2006/main">
            <a:pPr>
              <a:defRPr sz="1575" b="0">
                <a:solidFill>
                  <a:srgbClr val="182433"/>
                </a:solidFill>
              </a:defRPr>
            </a:pPr>
            <a:r>
              <a:rPr sz="1575" b="0">
                <a:solidFill>
                  <a:srgbClr val="182433"/>
                </a:solidFill>
              </a:rPr>
              <a:t>Upload holes-and-curves.png</a:t>
            </a:r>
          </a:p>
        </p:txBody>
      </p:sp>
      <p:sp>
        <p:nvSpPr>
          <p:cNvPr id="10" name="">
            <a:extLst xmlns:a="http://schemas.openxmlformats.org/drawingml/2006/main">
              <a:ext uri="{FF2B5EF4-FFF2-40B4-BE49-F238E27FC236}">
                <a16:creationId xmlns:a16="http://schemas.microsoft.com/office/drawing/2014/main" id="{37840180-6D33-4618-BFF8-42E317E27035}"/>
              </a:ext>
            </a:extLst>
          </p:cNvPr>
          <p:cNvSpPr>
            <a:spLocks xmlns:a="http://schemas.openxmlformats.org/drawingml/2006/main" noGrp="1"/>
          </p:cNvSpPr>
          <p:nvPr/>
        </p:nvSpPr>
        <p:spPr>
          <a:xfrm xmlns:a="http://schemas.openxmlformats.org/drawingml/2006/main">
            <a:off x="838200" y="2552700"/>
            <a:ext cx="457200" cy="457200"/>
          </a:xfrm>
          <a:prstGeom xmlns:a="http://schemas.openxmlformats.org/drawingml/2006/main" prst="roundRect">
            <a:avLst>
              <a:gd name="adj" fmla="val 25000"/>
            </a:avLst>
          </a:prstGeom>
          <a:solidFill xmlns:a="http://schemas.openxmlformats.org/drawingml/2006/main">
            <a:srgbClr val="4B9CD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2958033-05B0-4A42-94A5-41F0C5A43769}"/>
              </a:ext>
            </a:extLst>
          </p:cNvPr>
          <p:cNvSpPr>
            <a:spLocks xmlns:a="http://schemas.openxmlformats.org/drawingml/2006/main" noGrp="1"/>
          </p:cNvSpPr>
          <p:nvPr/>
        </p:nvSpPr>
        <p:spPr>
          <a:xfrm xmlns:a="http://schemas.openxmlformats.org/drawingml/2006/main">
            <a:off x="838200" y="25527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FFFFFF"/>
                </a:solidFill>
              </a:defRPr>
            </a:defPPr>
            <a:lvl1pPr>
              <a:defRPr sz="1575" b="1">
                <a:solidFill>
                  <a:srgbClr val="FFFFFF"/>
                </a:solidFill>
              </a:defRPr>
            </a:lvl1pPr>
            <a:lvl2pPr>
              <a:defRPr sz="1575" b="1">
                <a:solidFill>
                  <a:srgbClr val="FFFFFF"/>
                </a:solidFill>
              </a:defRPr>
            </a:lvl2pPr>
            <a:lvl3pPr>
              <a:defRPr sz="1575" b="1">
                <a:solidFill>
                  <a:srgbClr val="FFFFFF"/>
                </a:solidFill>
              </a:defRPr>
            </a:lvl3pPr>
            <a:lvl4pPr>
              <a:defRPr sz="1575" b="1">
                <a:solidFill>
                  <a:srgbClr val="FFFFFF"/>
                </a:solidFill>
              </a:defRPr>
            </a:lvl4pPr>
            <a:lvl5pPr>
              <a:defRPr sz="1575" b="1">
                <a:solidFill>
                  <a:srgbClr val="FFFFFF"/>
                </a:solidFill>
              </a:defRPr>
            </a:lvl5pPr>
            <a:lvl6pPr>
              <a:defRPr sz="1575" b="1">
                <a:solidFill>
                  <a:srgbClr val="FFFFFF"/>
                </a:solidFill>
              </a:defRPr>
            </a:lvl6pPr>
            <a:lvl7pPr>
              <a:defRPr sz="1575" b="1">
                <a:solidFill>
                  <a:srgbClr val="FFFFFF"/>
                </a:solidFill>
              </a:defRPr>
            </a:lvl7pPr>
            <a:lvl8pPr>
              <a:defRPr sz="1575" b="1">
                <a:solidFill>
                  <a:srgbClr val="FFFFFF"/>
                </a:solidFill>
              </a:defRPr>
            </a:lvl8pPr>
            <a:lvl9pPr>
              <a:defRPr sz="1575" b="1">
                <a:solidFill>
                  <a:srgbClr val="FFFFFF"/>
                </a:solidFill>
              </a:defRPr>
            </a:lvl9pPr>
          </a:lstStyle>
          <a:p xmlns:a="http://schemas.openxmlformats.org/drawingml/2006/main">
            <a:pPr>
              <a:defRPr sz="1575" b="1">
                <a:solidFill>
                  <a:srgbClr val="FFFFFF"/>
                </a:solidFill>
              </a:defRPr>
            </a:pPr>
            <a:r>
              <a:rPr sz="1575" b="1">
                <a:solidFill>
                  <a:srgbClr val="FFFFFF"/>
                </a:solidFill>
              </a:rPr>
              <a:t>2</a:t>
            </a:r>
          </a:p>
        </p:txBody>
      </p:sp>
      <p:sp>
        <p:nvSpPr>
          <p:cNvPr id="12" name="">
            <a:extLst xmlns:a="http://schemas.openxmlformats.org/drawingml/2006/main">
              <a:ext uri="{FF2B5EF4-FFF2-40B4-BE49-F238E27FC236}">
                <a16:creationId xmlns:a16="http://schemas.microsoft.com/office/drawing/2014/main" id="{8B8AA74F-31AE-4F1F-B8CF-F8F76D1397C8}"/>
              </a:ext>
            </a:extLst>
          </p:cNvPr>
          <p:cNvSpPr>
            <a:spLocks xmlns:a="http://schemas.openxmlformats.org/drawingml/2006/main" noGrp="1"/>
          </p:cNvSpPr>
          <p:nvPr/>
        </p:nvSpPr>
        <p:spPr>
          <a:xfrm xmlns:a="http://schemas.openxmlformats.org/drawingml/2006/main">
            <a:off x="1485900" y="2524125"/>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82433"/>
                </a:solidFill>
              </a:defRPr>
            </a:defPPr>
            <a:lvl1pPr>
              <a:defRPr sz="1575" b="0">
                <a:solidFill>
                  <a:srgbClr val="182433"/>
                </a:solidFill>
              </a:defRPr>
            </a:lvl1pPr>
            <a:lvl2pPr>
              <a:defRPr sz="1575" b="0">
                <a:solidFill>
                  <a:srgbClr val="182433"/>
                </a:solidFill>
              </a:defRPr>
            </a:lvl2pPr>
            <a:lvl3pPr>
              <a:defRPr sz="1575" b="0">
                <a:solidFill>
                  <a:srgbClr val="182433"/>
                </a:solidFill>
              </a:defRPr>
            </a:lvl3pPr>
            <a:lvl4pPr>
              <a:defRPr sz="1575" b="0">
                <a:solidFill>
                  <a:srgbClr val="182433"/>
                </a:solidFill>
              </a:defRPr>
            </a:lvl4pPr>
            <a:lvl5pPr>
              <a:defRPr sz="1575" b="0">
                <a:solidFill>
                  <a:srgbClr val="182433"/>
                </a:solidFill>
              </a:defRPr>
            </a:lvl5pPr>
            <a:lvl6pPr>
              <a:defRPr sz="1575" b="0">
                <a:solidFill>
                  <a:srgbClr val="182433"/>
                </a:solidFill>
              </a:defRPr>
            </a:lvl6pPr>
            <a:lvl7pPr>
              <a:defRPr sz="1575" b="0">
                <a:solidFill>
                  <a:srgbClr val="182433"/>
                </a:solidFill>
              </a:defRPr>
            </a:lvl7pPr>
            <a:lvl8pPr>
              <a:defRPr sz="1575" b="0">
                <a:solidFill>
                  <a:srgbClr val="182433"/>
                </a:solidFill>
              </a:defRPr>
            </a:lvl8pPr>
            <a:lvl9pPr>
              <a:defRPr sz="1575" b="0">
                <a:solidFill>
                  <a:srgbClr val="182433"/>
                </a:solidFill>
              </a:defRPr>
            </a:lvl9pPr>
          </a:lstStyle>
          <a:p xmlns:a="http://schemas.openxmlformats.org/drawingml/2006/main">
            <a:pPr>
              <a:defRPr sz="1575" b="0">
                <a:solidFill>
                  <a:srgbClr val="182433"/>
                </a:solidFill>
              </a:defRPr>
            </a:pPr>
            <a:r>
              <a:rPr sz="1575" b="0">
                <a:solidFill>
                  <a:srgbClr val="182433"/>
                </a:solidFill>
              </a:rPr>
              <a:t>Set 10 in, 4 colors, 1.5 px</a:t>
            </a:r>
          </a:p>
        </p:txBody>
      </p:sp>
      <p:sp>
        <p:nvSpPr>
          <p:cNvPr id="13" name="">
            <a:extLst xmlns:a="http://schemas.openxmlformats.org/drawingml/2006/main">
              <a:ext uri="{FF2B5EF4-FFF2-40B4-BE49-F238E27FC236}">
                <a16:creationId xmlns:a16="http://schemas.microsoft.com/office/drawing/2014/main" id="{B3DBC0DD-B9E8-4BC7-AF2F-9FEE0746F755}"/>
              </a:ext>
            </a:extLst>
          </p:cNvPr>
          <p:cNvSpPr>
            <a:spLocks xmlns:a="http://schemas.openxmlformats.org/drawingml/2006/main" noGrp="1"/>
          </p:cNvSpPr>
          <p:nvPr/>
        </p:nvSpPr>
        <p:spPr>
          <a:xfrm xmlns:a="http://schemas.openxmlformats.org/drawingml/2006/main">
            <a:off x="838200" y="3352800"/>
            <a:ext cx="457200" cy="457200"/>
          </a:xfrm>
          <a:prstGeom xmlns:a="http://schemas.openxmlformats.org/drawingml/2006/main" prst="roundRect">
            <a:avLst>
              <a:gd name="adj" fmla="val 25000"/>
            </a:avLst>
          </a:prstGeom>
          <a:solidFill xmlns:a="http://schemas.openxmlformats.org/drawingml/2006/main">
            <a:srgbClr val="4B9CD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12A1C95-4FC6-4A09-9E81-1E02F869F546}"/>
              </a:ext>
            </a:extLst>
          </p:cNvPr>
          <p:cNvSpPr>
            <a:spLocks xmlns:a="http://schemas.openxmlformats.org/drawingml/2006/main" noGrp="1"/>
          </p:cNvSpPr>
          <p:nvPr/>
        </p:nvSpPr>
        <p:spPr>
          <a:xfrm xmlns:a="http://schemas.openxmlformats.org/drawingml/2006/main">
            <a:off x="838200" y="3352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FFFFFF"/>
                </a:solidFill>
              </a:defRPr>
            </a:defPPr>
            <a:lvl1pPr>
              <a:defRPr sz="1575" b="1">
                <a:solidFill>
                  <a:srgbClr val="FFFFFF"/>
                </a:solidFill>
              </a:defRPr>
            </a:lvl1pPr>
            <a:lvl2pPr>
              <a:defRPr sz="1575" b="1">
                <a:solidFill>
                  <a:srgbClr val="FFFFFF"/>
                </a:solidFill>
              </a:defRPr>
            </a:lvl2pPr>
            <a:lvl3pPr>
              <a:defRPr sz="1575" b="1">
                <a:solidFill>
                  <a:srgbClr val="FFFFFF"/>
                </a:solidFill>
              </a:defRPr>
            </a:lvl3pPr>
            <a:lvl4pPr>
              <a:defRPr sz="1575" b="1">
                <a:solidFill>
                  <a:srgbClr val="FFFFFF"/>
                </a:solidFill>
              </a:defRPr>
            </a:lvl4pPr>
            <a:lvl5pPr>
              <a:defRPr sz="1575" b="1">
                <a:solidFill>
                  <a:srgbClr val="FFFFFF"/>
                </a:solidFill>
              </a:defRPr>
            </a:lvl5pPr>
            <a:lvl6pPr>
              <a:defRPr sz="1575" b="1">
                <a:solidFill>
                  <a:srgbClr val="FFFFFF"/>
                </a:solidFill>
              </a:defRPr>
            </a:lvl6pPr>
            <a:lvl7pPr>
              <a:defRPr sz="1575" b="1">
                <a:solidFill>
                  <a:srgbClr val="FFFFFF"/>
                </a:solidFill>
              </a:defRPr>
            </a:lvl7pPr>
            <a:lvl8pPr>
              <a:defRPr sz="1575" b="1">
                <a:solidFill>
                  <a:srgbClr val="FFFFFF"/>
                </a:solidFill>
              </a:defRPr>
            </a:lvl8pPr>
            <a:lvl9pPr>
              <a:defRPr sz="1575" b="1">
                <a:solidFill>
                  <a:srgbClr val="FFFFFF"/>
                </a:solidFill>
              </a:defRPr>
            </a:lvl9pPr>
          </a:lstStyle>
          <a:p xmlns:a="http://schemas.openxmlformats.org/drawingml/2006/main">
            <a:pPr>
              <a:defRPr sz="1575" b="1">
                <a:solidFill>
                  <a:srgbClr val="FFFFFF"/>
                </a:solidFill>
              </a:defRPr>
            </a:pPr>
            <a:r>
              <a:rPr sz="1575" b="1">
                <a:solidFill>
                  <a:srgbClr val="FFFFFF"/>
                </a:solidFill>
              </a:rPr>
              <a:t>3</a:t>
            </a:r>
          </a:p>
        </p:txBody>
      </p:sp>
      <p:sp>
        <p:nvSpPr>
          <p:cNvPr id="15" name="">
            <a:extLst xmlns:a="http://schemas.openxmlformats.org/drawingml/2006/main">
              <a:ext uri="{FF2B5EF4-FFF2-40B4-BE49-F238E27FC236}">
                <a16:creationId xmlns:a16="http://schemas.microsoft.com/office/drawing/2014/main" id="{C3DE44AE-9D82-4B9A-912B-78107DC9BC6C}"/>
              </a:ext>
            </a:extLst>
          </p:cNvPr>
          <p:cNvSpPr>
            <a:spLocks xmlns:a="http://schemas.openxmlformats.org/drawingml/2006/main" noGrp="1"/>
          </p:cNvSpPr>
          <p:nvPr/>
        </p:nvSpPr>
        <p:spPr>
          <a:xfrm xmlns:a="http://schemas.openxmlformats.org/drawingml/2006/main">
            <a:off x="1485900" y="3324225"/>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82433"/>
                </a:solidFill>
              </a:defRPr>
            </a:defPPr>
            <a:lvl1pPr>
              <a:defRPr sz="1575" b="0">
                <a:solidFill>
                  <a:srgbClr val="182433"/>
                </a:solidFill>
              </a:defRPr>
            </a:lvl1pPr>
            <a:lvl2pPr>
              <a:defRPr sz="1575" b="0">
                <a:solidFill>
                  <a:srgbClr val="182433"/>
                </a:solidFill>
              </a:defRPr>
            </a:lvl2pPr>
            <a:lvl3pPr>
              <a:defRPr sz="1575" b="0">
                <a:solidFill>
                  <a:srgbClr val="182433"/>
                </a:solidFill>
              </a:defRPr>
            </a:lvl3pPr>
            <a:lvl4pPr>
              <a:defRPr sz="1575" b="0">
                <a:solidFill>
                  <a:srgbClr val="182433"/>
                </a:solidFill>
              </a:defRPr>
            </a:lvl4pPr>
            <a:lvl5pPr>
              <a:defRPr sz="1575" b="0">
                <a:solidFill>
                  <a:srgbClr val="182433"/>
                </a:solidFill>
              </a:defRPr>
            </a:lvl5pPr>
            <a:lvl6pPr>
              <a:defRPr sz="1575" b="0">
                <a:solidFill>
                  <a:srgbClr val="182433"/>
                </a:solidFill>
              </a:defRPr>
            </a:lvl6pPr>
            <a:lvl7pPr>
              <a:defRPr sz="1575" b="0">
                <a:solidFill>
                  <a:srgbClr val="182433"/>
                </a:solidFill>
              </a:defRPr>
            </a:lvl7pPr>
            <a:lvl8pPr>
              <a:defRPr sz="1575" b="0">
                <a:solidFill>
                  <a:srgbClr val="182433"/>
                </a:solidFill>
              </a:defRPr>
            </a:lvl8pPr>
            <a:lvl9pPr>
              <a:defRPr sz="1575" b="0">
                <a:solidFill>
                  <a:srgbClr val="182433"/>
                </a:solidFill>
              </a:defRPr>
            </a:lvl9pPr>
          </a:lstStyle>
          <a:p xmlns:a="http://schemas.openxmlformats.org/drawingml/2006/main">
            <a:pPr>
              <a:defRPr sz="1575" b="0">
                <a:solidFill>
                  <a:srgbClr val="182433"/>
                </a:solidFill>
              </a:defRPr>
            </a:pPr>
            <a:r>
              <a:rPr sz="1575" b="0">
                <a:solidFill>
                  <a:srgbClr val="182433"/>
                </a:solidFill>
              </a:rPr>
              <a:t>Compare source and SVG preview</a:t>
            </a:r>
          </a:p>
        </p:txBody>
      </p:sp>
      <p:sp>
        <p:nvSpPr>
          <p:cNvPr id="16" name="">
            <a:extLst xmlns:a="http://schemas.openxmlformats.org/drawingml/2006/main">
              <a:ext uri="{FF2B5EF4-FFF2-40B4-BE49-F238E27FC236}">
                <a16:creationId xmlns:a16="http://schemas.microsoft.com/office/drawing/2014/main" id="{C9691618-5091-4721-8C21-5B16B10D0156}"/>
              </a:ext>
            </a:extLst>
          </p:cNvPr>
          <p:cNvSpPr>
            <a:spLocks xmlns:a="http://schemas.openxmlformats.org/drawingml/2006/main" noGrp="1"/>
          </p:cNvSpPr>
          <p:nvPr/>
        </p:nvSpPr>
        <p:spPr>
          <a:xfrm xmlns:a="http://schemas.openxmlformats.org/drawingml/2006/main">
            <a:off x="838200" y="4152900"/>
            <a:ext cx="457200" cy="457200"/>
          </a:xfrm>
          <a:prstGeom xmlns:a="http://schemas.openxmlformats.org/drawingml/2006/main" prst="roundRect">
            <a:avLst>
              <a:gd name="adj" fmla="val 25000"/>
            </a:avLst>
          </a:prstGeom>
          <a:solidFill xmlns:a="http://schemas.openxmlformats.org/drawingml/2006/main">
            <a:srgbClr val="4B9C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7D8A52C-AB22-4E4D-892A-EE1C37F82582}"/>
              </a:ext>
            </a:extLst>
          </p:cNvPr>
          <p:cNvSpPr>
            <a:spLocks xmlns:a="http://schemas.openxmlformats.org/drawingml/2006/main" noGrp="1"/>
          </p:cNvSpPr>
          <p:nvPr/>
        </p:nvSpPr>
        <p:spPr>
          <a:xfrm xmlns:a="http://schemas.openxmlformats.org/drawingml/2006/main">
            <a:off x="838200" y="4152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FFFFFF"/>
                </a:solidFill>
              </a:defRPr>
            </a:defPPr>
            <a:lvl1pPr>
              <a:defRPr sz="1575" b="1">
                <a:solidFill>
                  <a:srgbClr val="FFFFFF"/>
                </a:solidFill>
              </a:defRPr>
            </a:lvl1pPr>
            <a:lvl2pPr>
              <a:defRPr sz="1575" b="1">
                <a:solidFill>
                  <a:srgbClr val="FFFFFF"/>
                </a:solidFill>
              </a:defRPr>
            </a:lvl2pPr>
            <a:lvl3pPr>
              <a:defRPr sz="1575" b="1">
                <a:solidFill>
                  <a:srgbClr val="FFFFFF"/>
                </a:solidFill>
              </a:defRPr>
            </a:lvl3pPr>
            <a:lvl4pPr>
              <a:defRPr sz="1575" b="1">
                <a:solidFill>
                  <a:srgbClr val="FFFFFF"/>
                </a:solidFill>
              </a:defRPr>
            </a:lvl4pPr>
            <a:lvl5pPr>
              <a:defRPr sz="1575" b="1">
                <a:solidFill>
                  <a:srgbClr val="FFFFFF"/>
                </a:solidFill>
              </a:defRPr>
            </a:lvl5pPr>
            <a:lvl6pPr>
              <a:defRPr sz="1575" b="1">
                <a:solidFill>
                  <a:srgbClr val="FFFFFF"/>
                </a:solidFill>
              </a:defRPr>
            </a:lvl6pPr>
            <a:lvl7pPr>
              <a:defRPr sz="1575" b="1">
                <a:solidFill>
                  <a:srgbClr val="FFFFFF"/>
                </a:solidFill>
              </a:defRPr>
            </a:lvl7pPr>
            <a:lvl8pPr>
              <a:defRPr sz="1575" b="1">
                <a:solidFill>
                  <a:srgbClr val="FFFFFF"/>
                </a:solidFill>
              </a:defRPr>
            </a:lvl8pPr>
            <a:lvl9pPr>
              <a:defRPr sz="1575" b="1">
                <a:solidFill>
                  <a:srgbClr val="FFFFFF"/>
                </a:solidFill>
              </a:defRPr>
            </a:lvl9pPr>
          </a:lstStyle>
          <a:p xmlns:a="http://schemas.openxmlformats.org/drawingml/2006/main">
            <a:pPr>
              <a:defRPr sz="1575" b="1">
                <a:solidFill>
                  <a:srgbClr val="FFFFFF"/>
                </a:solidFill>
              </a:defRPr>
            </a:pPr>
            <a:r>
              <a:rPr sz="1575" b="1">
                <a:solidFill>
                  <a:srgbClr val="FFFFFF"/>
                </a:solidFill>
              </a:rPr>
              <a:t>4</a:t>
            </a:r>
          </a:p>
        </p:txBody>
      </p:sp>
      <p:sp>
        <p:nvSpPr>
          <p:cNvPr id="18" name="">
            <a:extLst xmlns:a="http://schemas.openxmlformats.org/drawingml/2006/main">
              <a:ext uri="{FF2B5EF4-FFF2-40B4-BE49-F238E27FC236}">
                <a16:creationId xmlns:a16="http://schemas.microsoft.com/office/drawing/2014/main" id="{6A2C8F07-5CD4-435A-8B9E-ABC09470ABB2}"/>
              </a:ext>
            </a:extLst>
          </p:cNvPr>
          <p:cNvSpPr>
            <a:spLocks xmlns:a="http://schemas.openxmlformats.org/drawingml/2006/main" noGrp="1"/>
          </p:cNvSpPr>
          <p:nvPr/>
        </p:nvSpPr>
        <p:spPr>
          <a:xfrm xmlns:a="http://schemas.openxmlformats.org/drawingml/2006/main">
            <a:off x="1485900" y="4124325"/>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82433"/>
                </a:solidFill>
              </a:defRPr>
            </a:defPPr>
            <a:lvl1pPr>
              <a:defRPr sz="1575" b="0">
                <a:solidFill>
                  <a:srgbClr val="182433"/>
                </a:solidFill>
              </a:defRPr>
            </a:lvl1pPr>
            <a:lvl2pPr>
              <a:defRPr sz="1575" b="0">
                <a:solidFill>
                  <a:srgbClr val="182433"/>
                </a:solidFill>
              </a:defRPr>
            </a:lvl2pPr>
            <a:lvl3pPr>
              <a:defRPr sz="1575" b="0">
                <a:solidFill>
                  <a:srgbClr val="182433"/>
                </a:solidFill>
              </a:defRPr>
            </a:lvl3pPr>
            <a:lvl4pPr>
              <a:defRPr sz="1575" b="0">
                <a:solidFill>
                  <a:srgbClr val="182433"/>
                </a:solidFill>
              </a:defRPr>
            </a:lvl4pPr>
            <a:lvl5pPr>
              <a:defRPr sz="1575" b="0">
                <a:solidFill>
                  <a:srgbClr val="182433"/>
                </a:solidFill>
              </a:defRPr>
            </a:lvl5pPr>
            <a:lvl6pPr>
              <a:defRPr sz="1575" b="0">
                <a:solidFill>
                  <a:srgbClr val="182433"/>
                </a:solidFill>
              </a:defRPr>
            </a:lvl6pPr>
            <a:lvl7pPr>
              <a:defRPr sz="1575" b="0">
                <a:solidFill>
                  <a:srgbClr val="182433"/>
                </a:solidFill>
              </a:defRPr>
            </a:lvl7pPr>
            <a:lvl8pPr>
              <a:defRPr sz="1575" b="0">
                <a:solidFill>
                  <a:srgbClr val="182433"/>
                </a:solidFill>
              </a:defRPr>
            </a:lvl8pPr>
            <a:lvl9pPr>
              <a:defRPr sz="1575" b="0">
                <a:solidFill>
                  <a:srgbClr val="182433"/>
                </a:solidFill>
              </a:defRPr>
            </a:lvl9pPr>
          </a:lstStyle>
          <a:p xmlns:a="http://schemas.openxmlformats.org/drawingml/2006/main">
            <a:pPr>
              <a:defRPr sz="1575" b="0">
                <a:solidFill>
                  <a:srgbClr val="182433"/>
                </a:solidFill>
              </a:defRPr>
            </a:pPr>
            <a:r>
              <a:rPr sz="1575" b="0">
                <a:solidFill>
                  <a:srgbClr val="182433"/>
                </a:solidFill>
              </a:rPr>
              <a:t>Download SVG and DXF</a:t>
            </a:r>
          </a:p>
        </p:txBody>
      </p:sp>
      <p:sp>
        <p:nvSpPr>
          <p:cNvPr id="19" name="">
            <a:extLst xmlns:a="http://schemas.openxmlformats.org/drawingml/2006/main">
              <a:ext uri="{FF2B5EF4-FFF2-40B4-BE49-F238E27FC236}">
                <a16:creationId xmlns:a16="http://schemas.microsoft.com/office/drawing/2014/main" id="{1D24AE25-5D26-43F0-8B4A-769A36B9FDF9}"/>
              </a:ext>
            </a:extLst>
          </p:cNvPr>
          <p:cNvSpPr>
            <a:spLocks xmlns:a="http://schemas.openxmlformats.org/drawingml/2006/main" noGrp="1"/>
          </p:cNvSpPr>
          <p:nvPr/>
        </p:nvSpPr>
        <p:spPr>
          <a:xfrm xmlns:a="http://schemas.openxmlformats.org/drawingml/2006/main">
            <a:off x="838200" y="4953000"/>
            <a:ext cx="457200" cy="457200"/>
          </a:xfrm>
          <a:prstGeom xmlns:a="http://schemas.openxmlformats.org/drawingml/2006/main" prst="roundRect">
            <a:avLst>
              <a:gd name="adj" fmla="val 25000"/>
            </a:avLst>
          </a:prstGeom>
          <a:solidFill xmlns:a="http://schemas.openxmlformats.org/drawingml/2006/main">
            <a:srgbClr val="4F7C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1372809-A944-4BCB-B149-681B10E6244C}"/>
              </a:ext>
            </a:extLst>
          </p:cNvPr>
          <p:cNvSpPr>
            <a:spLocks xmlns:a="http://schemas.openxmlformats.org/drawingml/2006/main" noGrp="1"/>
          </p:cNvSpPr>
          <p:nvPr/>
        </p:nvSpPr>
        <p:spPr>
          <a:xfrm xmlns:a="http://schemas.openxmlformats.org/drawingml/2006/main">
            <a:off x="838200" y="49530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FFFFFF"/>
                </a:solidFill>
              </a:defRPr>
            </a:defPPr>
            <a:lvl1pPr>
              <a:defRPr sz="1575" b="1">
                <a:solidFill>
                  <a:srgbClr val="FFFFFF"/>
                </a:solidFill>
              </a:defRPr>
            </a:lvl1pPr>
            <a:lvl2pPr>
              <a:defRPr sz="1575" b="1">
                <a:solidFill>
                  <a:srgbClr val="FFFFFF"/>
                </a:solidFill>
              </a:defRPr>
            </a:lvl2pPr>
            <a:lvl3pPr>
              <a:defRPr sz="1575" b="1">
                <a:solidFill>
                  <a:srgbClr val="FFFFFF"/>
                </a:solidFill>
              </a:defRPr>
            </a:lvl3pPr>
            <a:lvl4pPr>
              <a:defRPr sz="1575" b="1">
                <a:solidFill>
                  <a:srgbClr val="FFFFFF"/>
                </a:solidFill>
              </a:defRPr>
            </a:lvl4pPr>
            <a:lvl5pPr>
              <a:defRPr sz="1575" b="1">
                <a:solidFill>
                  <a:srgbClr val="FFFFFF"/>
                </a:solidFill>
              </a:defRPr>
            </a:lvl5pPr>
            <a:lvl6pPr>
              <a:defRPr sz="1575" b="1">
                <a:solidFill>
                  <a:srgbClr val="FFFFFF"/>
                </a:solidFill>
              </a:defRPr>
            </a:lvl6pPr>
            <a:lvl7pPr>
              <a:defRPr sz="1575" b="1">
                <a:solidFill>
                  <a:srgbClr val="FFFFFF"/>
                </a:solidFill>
              </a:defRPr>
            </a:lvl7pPr>
            <a:lvl8pPr>
              <a:defRPr sz="1575" b="1">
                <a:solidFill>
                  <a:srgbClr val="FFFFFF"/>
                </a:solidFill>
              </a:defRPr>
            </a:lvl8pPr>
            <a:lvl9pPr>
              <a:defRPr sz="1575" b="1">
                <a:solidFill>
                  <a:srgbClr val="FFFFFF"/>
                </a:solidFill>
              </a:defRPr>
            </a:lvl9pPr>
          </a:lstStyle>
          <a:p xmlns:a="http://schemas.openxmlformats.org/drawingml/2006/main">
            <a:pPr>
              <a:defRPr sz="1575" b="1">
                <a:solidFill>
                  <a:srgbClr val="FFFFFF"/>
                </a:solidFill>
              </a:defRPr>
            </a:pPr>
            <a:r>
              <a:rPr sz="1575" b="1">
                <a:solidFill>
                  <a:srgbClr val="FFFFFF"/>
                </a:solidFill>
              </a:rPr>
              <a:t>5</a:t>
            </a:r>
          </a:p>
        </p:txBody>
      </p:sp>
      <p:sp>
        <p:nvSpPr>
          <p:cNvPr id="21" name="">
            <a:extLst xmlns:a="http://schemas.openxmlformats.org/drawingml/2006/main">
              <a:ext uri="{FF2B5EF4-FFF2-40B4-BE49-F238E27FC236}">
                <a16:creationId xmlns:a16="http://schemas.microsoft.com/office/drawing/2014/main" id="{8158089B-429D-4D62-9F76-80D3FC22F528}"/>
              </a:ext>
            </a:extLst>
          </p:cNvPr>
          <p:cNvSpPr>
            <a:spLocks xmlns:a="http://schemas.openxmlformats.org/drawingml/2006/main" noGrp="1"/>
          </p:cNvSpPr>
          <p:nvPr/>
        </p:nvSpPr>
        <p:spPr>
          <a:xfrm xmlns:a="http://schemas.openxmlformats.org/drawingml/2006/main">
            <a:off x="1485900" y="4924425"/>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82433"/>
                </a:solidFill>
              </a:defRPr>
            </a:defPPr>
            <a:lvl1pPr>
              <a:defRPr sz="1575" b="1">
                <a:solidFill>
                  <a:srgbClr val="182433"/>
                </a:solidFill>
              </a:defRPr>
            </a:lvl1pPr>
            <a:lvl2pPr>
              <a:defRPr sz="1575" b="1">
                <a:solidFill>
                  <a:srgbClr val="182433"/>
                </a:solidFill>
              </a:defRPr>
            </a:lvl2pPr>
            <a:lvl3pPr>
              <a:defRPr sz="1575" b="1">
                <a:solidFill>
                  <a:srgbClr val="182433"/>
                </a:solidFill>
              </a:defRPr>
            </a:lvl3pPr>
            <a:lvl4pPr>
              <a:defRPr sz="1575" b="1">
                <a:solidFill>
                  <a:srgbClr val="182433"/>
                </a:solidFill>
              </a:defRPr>
            </a:lvl4pPr>
            <a:lvl5pPr>
              <a:defRPr sz="1575" b="1">
                <a:solidFill>
                  <a:srgbClr val="182433"/>
                </a:solidFill>
              </a:defRPr>
            </a:lvl5pPr>
            <a:lvl6pPr>
              <a:defRPr sz="1575" b="1">
                <a:solidFill>
                  <a:srgbClr val="182433"/>
                </a:solidFill>
              </a:defRPr>
            </a:lvl6pPr>
            <a:lvl7pPr>
              <a:defRPr sz="1575" b="1">
                <a:solidFill>
                  <a:srgbClr val="182433"/>
                </a:solidFill>
              </a:defRPr>
            </a:lvl7pPr>
            <a:lvl8pPr>
              <a:defRPr sz="1575" b="1">
                <a:solidFill>
                  <a:srgbClr val="182433"/>
                </a:solidFill>
              </a:defRPr>
            </a:lvl8pPr>
            <a:lvl9pPr>
              <a:defRPr sz="1575" b="1">
                <a:solidFill>
                  <a:srgbClr val="182433"/>
                </a:solidFill>
              </a:defRPr>
            </a:lvl9pPr>
          </a:lstStyle>
          <a:p xmlns:a="http://schemas.openxmlformats.org/drawingml/2006/main">
            <a:pPr>
              <a:defRPr sz="1575" b="1">
                <a:solidFill>
                  <a:srgbClr val="182433"/>
                </a:solidFill>
              </a:defRPr>
            </a:pPr>
            <a:r>
              <a:rPr sz="1575" b="1">
                <a:solidFill>
                  <a:srgbClr val="182433"/>
                </a:solidFill>
              </a:rPr>
              <a:t>Inspect DXF entity types</a:t>
            </a:r>
          </a:p>
        </p:txBody>
      </p:sp>
      <p:sp>
        <p:nvSpPr>
          <p:cNvPr id="22" name="">
            <a:extLst xmlns:a="http://schemas.openxmlformats.org/drawingml/2006/main">
              <a:ext uri="{FF2B5EF4-FFF2-40B4-BE49-F238E27FC236}">
                <a16:creationId xmlns:a16="http://schemas.microsoft.com/office/drawing/2014/main" id="{E629DD45-1A21-47F3-9C81-D0347C7297EA}"/>
              </a:ext>
            </a:extLst>
          </p:cNvPr>
          <p:cNvSpPr>
            <a:spLocks xmlns:a="http://schemas.openxmlformats.org/drawingml/2006/main" noGrp="1"/>
          </p:cNvSpPr>
          <p:nvPr/>
        </p:nvSpPr>
        <p:spPr>
          <a:xfrm xmlns:a="http://schemas.openxmlformats.org/drawingml/2006/main">
            <a:off x="819150" y="588645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a:solidFill>
                  <a:srgbClr val="A74848"/>
                </a:solidFill>
              </a:defRPr>
            </a:defPPr>
            <a:lvl1pPr>
              <a:defRPr sz="1275">
                <a:solidFill>
                  <a:srgbClr val="A74848"/>
                </a:solidFill>
              </a:defRPr>
            </a:lvl1pPr>
            <a:lvl2pPr>
              <a:defRPr sz="1275">
                <a:solidFill>
                  <a:srgbClr val="A74848"/>
                </a:solidFill>
              </a:defRPr>
            </a:lvl2pPr>
            <a:lvl3pPr>
              <a:defRPr sz="1275">
                <a:solidFill>
                  <a:srgbClr val="A74848"/>
                </a:solidFill>
              </a:defRPr>
            </a:lvl3pPr>
            <a:lvl4pPr>
              <a:defRPr sz="1275">
                <a:solidFill>
                  <a:srgbClr val="A74848"/>
                </a:solidFill>
              </a:defRPr>
            </a:lvl4pPr>
            <a:lvl5pPr>
              <a:defRPr sz="1275">
                <a:solidFill>
                  <a:srgbClr val="A74848"/>
                </a:solidFill>
              </a:defRPr>
            </a:lvl5pPr>
            <a:lvl6pPr>
              <a:defRPr sz="1275">
                <a:solidFill>
                  <a:srgbClr val="A74848"/>
                </a:solidFill>
              </a:defRPr>
            </a:lvl6pPr>
            <a:lvl7pPr>
              <a:defRPr sz="1275">
                <a:solidFill>
                  <a:srgbClr val="A74848"/>
                </a:solidFill>
              </a:defRPr>
            </a:lvl7pPr>
            <a:lvl8pPr>
              <a:defRPr sz="1275">
                <a:solidFill>
                  <a:srgbClr val="A74848"/>
                </a:solidFill>
              </a:defRPr>
            </a:lvl8pPr>
            <a:lvl9pPr>
              <a:defRPr sz="1275">
                <a:solidFill>
                  <a:srgbClr val="A74848"/>
                </a:solidFill>
              </a:defRPr>
            </a:lvl9pPr>
          </a:lstStyle>
          <a:p xmlns:a="http://schemas.openxmlformats.org/drawingml/2006/main">
            <a:pPr>
              <a:defRPr sz="1275">
                <a:solidFill>
                  <a:srgbClr val="A74848"/>
                </a:solidFill>
              </a:defRPr>
            </a:pPr>
            <a:r>
              <a:rPr sz="1275">
                <a:solidFill>
                  <a:srgbClr val="A74848"/>
                </a:solidFill>
              </a:rPr>
              <a:t>Fallback: use the captured samples and test output if the live server fails.</a:t>
            </a:r>
          </a:p>
        </p:txBody>
      </p:sp>
    </p:spTree>
    <p:extLst>
      <p:ext uri="{BB962C8B-B14F-4D97-AF65-F5344CB8AC3E}">
        <p14:creationId xmlns:p14="http://schemas.microsoft.com/office/powerpoint/2010/main" val="1117947775"/>
      </p:ext>
    </p:extLst>
  </p:cSld>
</p:sld>
</file>

<file path=ppt/slides/slide1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E3FD7D1-1DE1-46CA-95B1-B70DDA047084}"/>
              </a:ext>
            </a:extLst>
          </p:cNvPr>
          <p:cNvSpPr>
            <a:spLocks xmlns:a="http://schemas.openxmlformats.org/drawingml/2006/main" noGrp="1"/>
          </p:cNvSpPr>
          <p:nvPr/>
        </p:nvSpPr>
        <p:spPr>
          <a:xfrm xmlns:a="http://schemas.openxmlformats.org/drawingml/2006/main">
            <a:off x="68580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9CD3"/>
                </a:solidFill>
              </a:defRPr>
            </a:defPPr>
            <a:lvl1pPr>
              <a:defRPr sz="975" b="1">
                <a:solidFill>
                  <a:srgbClr val="4B9CD3"/>
                </a:solidFill>
              </a:defRPr>
            </a:lvl1pPr>
            <a:lvl2pPr>
              <a:defRPr sz="975" b="1">
                <a:solidFill>
                  <a:srgbClr val="4B9CD3"/>
                </a:solidFill>
              </a:defRPr>
            </a:lvl2pPr>
            <a:lvl3pPr>
              <a:defRPr sz="975" b="1">
                <a:solidFill>
                  <a:srgbClr val="4B9CD3"/>
                </a:solidFill>
              </a:defRPr>
            </a:lvl3pPr>
            <a:lvl4pPr>
              <a:defRPr sz="975" b="1">
                <a:solidFill>
                  <a:srgbClr val="4B9CD3"/>
                </a:solidFill>
              </a:defRPr>
            </a:lvl4pPr>
            <a:lvl5pPr>
              <a:defRPr sz="975" b="1">
                <a:solidFill>
                  <a:srgbClr val="4B9CD3"/>
                </a:solidFill>
              </a:defRPr>
            </a:lvl5pPr>
            <a:lvl6pPr>
              <a:defRPr sz="975" b="1">
                <a:solidFill>
                  <a:srgbClr val="4B9CD3"/>
                </a:solidFill>
              </a:defRPr>
            </a:lvl6pPr>
            <a:lvl7pPr>
              <a:defRPr sz="975" b="1">
                <a:solidFill>
                  <a:srgbClr val="4B9CD3"/>
                </a:solidFill>
              </a:defRPr>
            </a:lvl7pPr>
            <a:lvl8pPr>
              <a:defRPr sz="975" b="1">
                <a:solidFill>
                  <a:srgbClr val="4B9CD3"/>
                </a:solidFill>
              </a:defRPr>
            </a:lvl8pPr>
            <a:lvl9pPr>
              <a:defRPr sz="975" b="1">
                <a:solidFill>
                  <a:srgbClr val="4B9CD3"/>
                </a:solidFill>
              </a:defRPr>
            </a:lvl9pPr>
          </a:lstStyle>
          <a:p xmlns:a="http://schemas.openxmlformats.org/drawingml/2006/main">
            <a:pPr>
              <a:defRPr sz="975" b="1">
                <a:solidFill>
                  <a:srgbClr val="4B9CD3"/>
                </a:solidFill>
              </a:defRPr>
            </a:pPr>
            <a:r>
              <a:rPr sz="975" b="1">
                <a:solidFill>
                  <a:srgbClr val="4B9CD3"/>
                </a:solidFill>
              </a:rPr>
              <a:t>IMAGE VECTORIZATION</a:t>
            </a:r>
          </a:p>
        </p:txBody>
      </p:sp>
      <p:sp>
        <p:nvSpPr>
          <p:cNvPr id="2" name="">
            <a:extLst xmlns:a="http://schemas.openxmlformats.org/drawingml/2006/main">
              <a:ext uri="{FF2B5EF4-FFF2-40B4-BE49-F238E27FC236}">
                <a16:creationId xmlns:a16="http://schemas.microsoft.com/office/drawing/2014/main" id="{1F8192F4-5053-4EB1-A256-783E5D42D12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3294B"/>
                </a:solidFill>
              </a:defRPr>
            </a:defPPr>
            <a:lvl1pPr>
              <a:defRPr sz="2700" b="1">
                <a:solidFill>
                  <a:srgbClr val="13294B"/>
                </a:solidFill>
              </a:defRPr>
            </a:lvl1pPr>
            <a:lvl2pPr>
              <a:defRPr sz="2700" b="1">
                <a:solidFill>
                  <a:srgbClr val="13294B"/>
                </a:solidFill>
              </a:defRPr>
            </a:lvl2pPr>
            <a:lvl3pPr>
              <a:defRPr sz="2700" b="1">
                <a:solidFill>
                  <a:srgbClr val="13294B"/>
                </a:solidFill>
              </a:defRPr>
            </a:lvl3pPr>
            <a:lvl4pPr>
              <a:defRPr sz="2700" b="1">
                <a:solidFill>
                  <a:srgbClr val="13294B"/>
                </a:solidFill>
              </a:defRPr>
            </a:lvl4pPr>
            <a:lvl5pPr>
              <a:defRPr sz="2700" b="1">
                <a:solidFill>
                  <a:srgbClr val="13294B"/>
                </a:solidFill>
              </a:defRPr>
            </a:lvl5pPr>
            <a:lvl6pPr>
              <a:defRPr sz="2700" b="1">
                <a:solidFill>
                  <a:srgbClr val="13294B"/>
                </a:solidFill>
              </a:defRPr>
            </a:lvl6pPr>
            <a:lvl7pPr>
              <a:defRPr sz="2700" b="1">
                <a:solidFill>
                  <a:srgbClr val="13294B"/>
                </a:solidFill>
              </a:defRPr>
            </a:lvl7pPr>
            <a:lvl8pPr>
              <a:defRPr sz="2700" b="1">
                <a:solidFill>
                  <a:srgbClr val="13294B"/>
                </a:solidFill>
              </a:defRPr>
            </a:lvl8pPr>
            <a:lvl9pPr>
              <a:defRPr sz="2700" b="1">
                <a:solidFill>
                  <a:srgbClr val="13294B"/>
                </a:solidFill>
              </a:defRPr>
            </a:lvl9pPr>
          </a:lstStyle>
          <a:p xmlns:a="http://schemas.openxmlformats.org/drawingml/2006/main">
            <a:pPr>
              <a:defRPr sz="2700" b="1">
                <a:solidFill>
                  <a:srgbClr val="13294B"/>
                </a:solidFill>
              </a:defRPr>
            </a:pPr>
            <a:r>
              <a:rPr sz="2700" b="1">
                <a:solidFill>
                  <a:srgbClr val="13294B"/>
                </a:solidFill>
              </a:rPr>
              <a:t>Quality checks before fabrication</a:t>
            </a:r>
          </a:p>
        </p:txBody>
      </p:sp>
      <p:sp>
        <p:nvSpPr>
          <p:cNvPr id="3" name="">
            <a:extLst xmlns:a="http://schemas.openxmlformats.org/drawingml/2006/main">
              <a:ext uri="{FF2B5EF4-FFF2-40B4-BE49-F238E27FC236}">
                <a16:creationId xmlns:a16="http://schemas.microsoft.com/office/drawing/2014/main" id="{F504E6FE-1CDC-44AB-8A4E-3157F2F90C19}"/>
              </a:ext>
            </a:extLst>
          </p:cNvPr>
          <p:cNvSpPr>
            <a:spLocks xmlns:a="http://schemas.openxmlformats.org/drawingml/2006/main" noGrp="1"/>
          </p:cNvSpPr>
          <p:nvPr/>
        </p:nvSpPr>
        <p:spPr>
          <a:xfrm xmlns:a="http://schemas.openxmlformats.org/drawingml/2006/main">
            <a:off x="685800" y="1381125"/>
            <a:ext cx="876300" cy="47625"/>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2CDFDE0-D0C9-4CC3-98DC-0356958C41BD}"/>
              </a:ext>
            </a:extLst>
          </p:cNvPr>
          <p:cNvSpPr>
            <a:spLocks xmlns:a="http://schemas.openxmlformats.org/drawingml/2006/main" noGrp="1"/>
          </p:cNvSpPr>
          <p:nvPr/>
        </p:nvSpPr>
        <p:spPr>
          <a:xfrm xmlns:a="http://schemas.openxmlformats.org/drawingml/2006/main">
            <a:off x="11144250" y="400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579"/>
                </a:solidFill>
              </a:defRPr>
            </a:defPPr>
            <a:lvl1pPr>
              <a:defRPr sz="975" b="1">
                <a:solidFill>
                  <a:srgbClr val="536579"/>
                </a:solidFill>
              </a:defRPr>
            </a:lvl1pPr>
            <a:lvl2pPr>
              <a:defRPr sz="975" b="1">
                <a:solidFill>
                  <a:srgbClr val="536579"/>
                </a:solidFill>
              </a:defRPr>
            </a:lvl2pPr>
            <a:lvl3pPr>
              <a:defRPr sz="975" b="1">
                <a:solidFill>
                  <a:srgbClr val="536579"/>
                </a:solidFill>
              </a:defRPr>
            </a:lvl3pPr>
            <a:lvl4pPr>
              <a:defRPr sz="975" b="1">
                <a:solidFill>
                  <a:srgbClr val="536579"/>
                </a:solidFill>
              </a:defRPr>
            </a:lvl4pPr>
            <a:lvl5pPr>
              <a:defRPr sz="975" b="1">
                <a:solidFill>
                  <a:srgbClr val="536579"/>
                </a:solidFill>
              </a:defRPr>
            </a:lvl5pPr>
            <a:lvl6pPr>
              <a:defRPr sz="975" b="1">
                <a:solidFill>
                  <a:srgbClr val="536579"/>
                </a:solidFill>
              </a:defRPr>
            </a:lvl6pPr>
            <a:lvl7pPr>
              <a:defRPr sz="975" b="1">
                <a:solidFill>
                  <a:srgbClr val="536579"/>
                </a:solidFill>
              </a:defRPr>
            </a:lvl7pPr>
            <a:lvl8pPr>
              <a:defRPr sz="975" b="1">
                <a:solidFill>
                  <a:srgbClr val="536579"/>
                </a:solidFill>
              </a:defRPr>
            </a:lvl8pPr>
            <a:lvl9pPr>
              <a:defRPr sz="975" b="1">
                <a:solidFill>
                  <a:srgbClr val="536579"/>
                </a:solidFill>
              </a:defRPr>
            </a:lvl9pPr>
          </a:lstStyle>
          <a:p xmlns:a="http://schemas.openxmlformats.org/drawingml/2006/main">
            <a:pPr>
              <a:defRPr sz="975" b="1">
                <a:solidFill>
                  <a:srgbClr val="536579"/>
                </a:solidFill>
              </a:defRPr>
            </a:pPr>
            <a:r>
              <a:rPr sz="975" b="1">
                <a:solidFill>
                  <a:srgbClr val="536579"/>
                </a:solidFill>
              </a:rPr>
              <a:t>10</a:t>
            </a:r>
          </a:p>
        </p:txBody>
      </p:sp>
      <p:sp>
        <p:nvSpPr>
          <p:cNvPr id="5" name="">
            <a:extLst xmlns:a="http://schemas.openxmlformats.org/drawingml/2006/main">
              <a:ext uri="{FF2B5EF4-FFF2-40B4-BE49-F238E27FC236}">
                <a16:creationId xmlns:a16="http://schemas.microsoft.com/office/drawing/2014/main" id="{B63B0B84-9691-4A0C-A417-3FBB3A557FBB}"/>
              </a:ext>
            </a:extLst>
          </p:cNvPr>
          <p:cNvSpPr>
            <a:spLocks xmlns:a="http://schemas.openxmlformats.org/drawingml/2006/main" noGrp="1"/>
          </p:cNvSpPr>
          <p:nvPr/>
        </p:nvSpPr>
        <p:spPr>
          <a:xfrm xmlns:a="http://schemas.openxmlformats.org/drawingml/2006/main">
            <a:off x="68580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a:solidFill>
                  <a:srgbClr val="536579"/>
                </a:solidFill>
              </a:defRPr>
            </a:defPPr>
            <a:lvl1pPr>
              <a:defRPr sz="825">
                <a:solidFill>
                  <a:srgbClr val="536579"/>
                </a:solidFill>
              </a:defRPr>
            </a:lvl1pPr>
            <a:lvl2pPr>
              <a:defRPr sz="825">
                <a:solidFill>
                  <a:srgbClr val="536579"/>
                </a:solidFill>
              </a:defRPr>
            </a:lvl2pPr>
            <a:lvl3pPr>
              <a:defRPr sz="825">
                <a:solidFill>
                  <a:srgbClr val="536579"/>
                </a:solidFill>
              </a:defRPr>
            </a:lvl3pPr>
            <a:lvl4pPr>
              <a:defRPr sz="825">
                <a:solidFill>
                  <a:srgbClr val="536579"/>
                </a:solidFill>
              </a:defRPr>
            </a:lvl4pPr>
            <a:lvl5pPr>
              <a:defRPr sz="825">
                <a:solidFill>
                  <a:srgbClr val="536579"/>
                </a:solidFill>
              </a:defRPr>
            </a:lvl5pPr>
            <a:lvl6pPr>
              <a:defRPr sz="825">
                <a:solidFill>
                  <a:srgbClr val="536579"/>
                </a:solidFill>
              </a:defRPr>
            </a:lvl6pPr>
            <a:lvl7pPr>
              <a:defRPr sz="825">
                <a:solidFill>
                  <a:srgbClr val="536579"/>
                </a:solidFill>
              </a:defRPr>
            </a:lvl7pPr>
            <a:lvl8pPr>
              <a:defRPr sz="825">
                <a:solidFill>
                  <a:srgbClr val="536579"/>
                </a:solidFill>
              </a:defRPr>
            </a:lvl8pPr>
            <a:lvl9pPr>
              <a:defRPr sz="825">
                <a:solidFill>
                  <a:srgbClr val="536579"/>
                </a:solidFill>
              </a:defRPr>
            </a:lvl9pPr>
          </a:lstStyle>
          <a:p xmlns:a="http://schemas.openxmlformats.org/drawingml/2006/main">
            <a:pPr>
              <a:defRPr sz="825">
                <a:solidFill>
                  <a:srgbClr val="536579"/>
                </a:solidFill>
              </a:defRPr>
            </a:pPr>
            <a:r>
              <a:rPr sz="825">
                <a:solidFill>
                  <a:srgbClr val="536579"/>
                </a:solidFill>
              </a:rPr>
              <a:t>UNC COMP 523 Team E  ·  Alex Tang</a:t>
            </a:r>
          </a:p>
        </p:txBody>
      </p:sp>
      <p:sp>
        <p:nvSpPr>
          <p:cNvPr id="6" name="">
            <a:extLst xmlns:a="http://schemas.openxmlformats.org/drawingml/2006/main">
              <a:ext uri="{FF2B5EF4-FFF2-40B4-BE49-F238E27FC236}">
                <a16:creationId xmlns:a16="http://schemas.microsoft.com/office/drawing/2014/main" id="{97FCD2CC-902D-4075-992F-0EA6836C375F}"/>
              </a:ext>
            </a:extLst>
          </p:cNvPr>
          <p:cNvSpPr>
            <a:spLocks xmlns:a="http://schemas.openxmlformats.org/drawingml/2006/main" noGrp="1"/>
          </p:cNvSpPr>
          <p:nvPr/>
        </p:nvSpPr>
        <p:spPr>
          <a:xfrm xmlns:a="http://schemas.openxmlformats.org/drawingml/2006/main">
            <a:off x="800100" y="1790700"/>
            <a:ext cx="114300" cy="685800"/>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C90E554-8EDA-4EB4-ADAD-C906990060C0}"/>
              </a:ext>
            </a:extLst>
          </p:cNvPr>
          <p:cNvSpPr>
            <a:spLocks xmlns:a="http://schemas.openxmlformats.org/drawingml/2006/main" noGrp="1"/>
          </p:cNvSpPr>
          <p:nvPr/>
        </p:nvSpPr>
        <p:spPr>
          <a:xfrm xmlns:a="http://schemas.openxmlformats.org/drawingml/2006/main">
            <a:off x="1162050" y="17907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3294B"/>
                </a:solidFill>
              </a:defRPr>
            </a:defPPr>
            <a:lvl1pPr>
              <a:defRPr sz="1650" b="1">
                <a:solidFill>
                  <a:srgbClr val="13294B"/>
                </a:solidFill>
              </a:defRPr>
            </a:lvl1pPr>
            <a:lvl2pPr>
              <a:defRPr sz="1650" b="1">
                <a:solidFill>
                  <a:srgbClr val="13294B"/>
                </a:solidFill>
              </a:defRPr>
            </a:lvl2pPr>
            <a:lvl3pPr>
              <a:defRPr sz="1650" b="1">
                <a:solidFill>
                  <a:srgbClr val="13294B"/>
                </a:solidFill>
              </a:defRPr>
            </a:lvl3pPr>
            <a:lvl4pPr>
              <a:defRPr sz="1650" b="1">
                <a:solidFill>
                  <a:srgbClr val="13294B"/>
                </a:solidFill>
              </a:defRPr>
            </a:lvl4pPr>
            <a:lvl5pPr>
              <a:defRPr sz="1650" b="1">
                <a:solidFill>
                  <a:srgbClr val="13294B"/>
                </a:solidFill>
              </a:defRPr>
            </a:lvl5pPr>
            <a:lvl6pPr>
              <a:defRPr sz="1650" b="1">
                <a:solidFill>
                  <a:srgbClr val="13294B"/>
                </a:solidFill>
              </a:defRPr>
            </a:lvl6pPr>
            <a:lvl7pPr>
              <a:defRPr sz="1650" b="1">
                <a:solidFill>
                  <a:srgbClr val="13294B"/>
                </a:solidFill>
              </a:defRPr>
            </a:lvl7pPr>
            <a:lvl8pPr>
              <a:defRPr sz="1650" b="1">
                <a:solidFill>
                  <a:srgbClr val="13294B"/>
                </a:solidFill>
              </a:defRPr>
            </a:lvl8pPr>
            <a:lvl9pPr>
              <a:defRPr sz="1650" b="1">
                <a:solidFill>
                  <a:srgbClr val="13294B"/>
                </a:solidFill>
              </a:defRPr>
            </a:lvl9pPr>
          </a:lstStyle>
          <a:p xmlns:a="http://schemas.openxmlformats.org/drawingml/2006/main">
            <a:pPr>
              <a:defRPr sz="1650" b="1">
                <a:solidFill>
                  <a:srgbClr val="13294B"/>
                </a:solidFill>
              </a:defRPr>
            </a:pPr>
            <a:r>
              <a:rPr sz="1650" b="1">
                <a:solidFill>
                  <a:srgbClr val="13294B"/>
                </a:solidFill>
              </a:rPr>
              <a:t>Visual fidelity</a:t>
            </a:r>
          </a:p>
        </p:txBody>
      </p:sp>
      <p:sp>
        <p:nvSpPr>
          <p:cNvPr id="8" name="">
            <a:extLst xmlns:a="http://schemas.openxmlformats.org/drawingml/2006/main">
              <a:ext uri="{FF2B5EF4-FFF2-40B4-BE49-F238E27FC236}">
                <a16:creationId xmlns:a16="http://schemas.microsoft.com/office/drawing/2014/main" id="{7C39AECC-602E-493D-9EBF-64841FDF4802}"/>
              </a:ext>
            </a:extLst>
          </p:cNvPr>
          <p:cNvSpPr>
            <a:spLocks xmlns:a="http://schemas.openxmlformats.org/drawingml/2006/main" noGrp="1"/>
          </p:cNvSpPr>
          <p:nvPr/>
        </p:nvSpPr>
        <p:spPr>
          <a:xfrm xmlns:a="http://schemas.openxmlformats.org/drawingml/2006/main">
            <a:off x="4143375" y="1790700"/>
            <a:ext cx="676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a:solidFill>
                  <a:srgbClr val="182433"/>
                </a:solidFill>
              </a:defRPr>
            </a:defPPr>
            <a:lvl1pPr>
              <a:defRPr sz="1500">
                <a:solidFill>
                  <a:srgbClr val="182433"/>
                </a:solidFill>
              </a:defRPr>
            </a:lvl1pPr>
            <a:lvl2pPr>
              <a:defRPr sz="1500">
                <a:solidFill>
                  <a:srgbClr val="182433"/>
                </a:solidFill>
              </a:defRPr>
            </a:lvl2pPr>
            <a:lvl3pPr>
              <a:defRPr sz="1500">
                <a:solidFill>
                  <a:srgbClr val="182433"/>
                </a:solidFill>
              </a:defRPr>
            </a:lvl3pPr>
            <a:lvl4pPr>
              <a:defRPr sz="1500">
                <a:solidFill>
                  <a:srgbClr val="182433"/>
                </a:solidFill>
              </a:defRPr>
            </a:lvl4pPr>
            <a:lvl5pPr>
              <a:defRPr sz="1500">
                <a:solidFill>
                  <a:srgbClr val="182433"/>
                </a:solidFill>
              </a:defRPr>
            </a:lvl5pPr>
            <a:lvl6pPr>
              <a:defRPr sz="1500">
                <a:solidFill>
                  <a:srgbClr val="182433"/>
                </a:solidFill>
              </a:defRPr>
            </a:lvl6pPr>
            <a:lvl7pPr>
              <a:defRPr sz="1500">
                <a:solidFill>
                  <a:srgbClr val="182433"/>
                </a:solidFill>
              </a:defRPr>
            </a:lvl7pPr>
            <a:lvl8pPr>
              <a:defRPr sz="1500">
                <a:solidFill>
                  <a:srgbClr val="182433"/>
                </a:solidFill>
              </a:defRPr>
            </a:lvl8pPr>
            <a:lvl9pPr>
              <a:defRPr sz="1500">
                <a:solidFill>
                  <a:srgbClr val="182433"/>
                </a:solidFill>
              </a:defRPr>
            </a:lvl9pPr>
          </a:lstStyle>
          <a:p xmlns:a="http://schemas.openxmlformats.org/drawingml/2006/main">
            <a:pPr>
              <a:defRPr sz="1500">
                <a:solidFill>
                  <a:srgbClr val="182433"/>
                </a:solidFill>
              </a:defRPr>
            </a:pPr>
            <a:r>
              <a:rPr sz="1500">
                <a:solidFill>
                  <a:srgbClr val="182433"/>
                </a:solidFill>
              </a:rPr>
              <a:t>Do intended boundaries match the source?</a:t>
            </a:r>
          </a:p>
        </p:txBody>
      </p:sp>
      <p:sp>
        <p:nvSpPr>
          <p:cNvPr id="9" name="">
            <a:extLst xmlns:a="http://schemas.openxmlformats.org/drawingml/2006/main">
              <a:ext uri="{FF2B5EF4-FFF2-40B4-BE49-F238E27FC236}">
                <a16:creationId xmlns:a16="http://schemas.microsoft.com/office/drawing/2014/main" id="{E3BE173E-9F57-4AE4-9BB1-BE5CB23F12FF}"/>
              </a:ext>
            </a:extLst>
          </p:cNvPr>
          <p:cNvSpPr>
            <a:spLocks xmlns:a="http://schemas.openxmlformats.org/drawingml/2006/main" noGrp="1"/>
          </p:cNvSpPr>
          <p:nvPr/>
        </p:nvSpPr>
        <p:spPr>
          <a:xfrm xmlns:a="http://schemas.openxmlformats.org/drawingml/2006/main">
            <a:off x="1162050" y="2571750"/>
            <a:ext cx="9753600" cy="9525"/>
          </a:xfrm>
          <a:prstGeom xmlns:a="http://schemas.openxmlformats.org/drawingml/2006/main" prst="rect">
            <a:avLst/>
          </a:prstGeom>
          <a:solidFill xmlns:a="http://schemas.openxmlformats.org/drawingml/2006/main">
            <a:srgbClr val="CAD6E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816A0C-AABB-4D05-B83E-763F439DB12C}"/>
              </a:ext>
            </a:extLst>
          </p:cNvPr>
          <p:cNvSpPr>
            <a:spLocks xmlns:a="http://schemas.openxmlformats.org/drawingml/2006/main" noGrp="1"/>
          </p:cNvSpPr>
          <p:nvPr/>
        </p:nvSpPr>
        <p:spPr>
          <a:xfrm xmlns:a="http://schemas.openxmlformats.org/drawingml/2006/main">
            <a:off x="800100" y="2781300"/>
            <a:ext cx="114300" cy="685800"/>
          </a:xfrm>
          <a:prstGeom xmlns:a="http://schemas.openxmlformats.org/drawingml/2006/main" prst="rect">
            <a:avLst/>
          </a:prstGeom>
          <a:solidFill xmlns:a="http://schemas.openxmlformats.org/drawingml/2006/main">
            <a:srgbClr val="4F7C6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5FD3B96-289B-4125-ADC8-EE46155DA25F}"/>
              </a:ext>
            </a:extLst>
          </p:cNvPr>
          <p:cNvSpPr>
            <a:spLocks xmlns:a="http://schemas.openxmlformats.org/drawingml/2006/main" noGrp="1"/>
          </p:cNvSpPr>
          <p:nvPr/>
        </p:nvSpPr>
        <p:spPr>
          <a:xfrm xmlns:a="http://schemas.openxmlformats.org/drawingml/2006/main">
            <a:off x="1162050" y="27813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3294B"/>
                </a:solidFill>
              </a:defRPr>
            </a:defPPr>
            <a:lvl1pPr>
              <a:defRPr sz="1650" b="1">
                <a:solidFill>
                  <a:srgbClr val="13294B"/>
                </a:solidFill>
              </a:defRPr>
            </a:lvl1pPr>
            <a:lvl2pPr>
              <a:defRPr sz="1650" b="1">
                <a:solidFill>
                  <a:srgbClr val="13294B"/>
                </a:solidFill>
              </a:defRPr>
            </a:lvl2pPr>
            <a:lvl3pPr>
              <a:defRPr sz="1650" b="1">
                <a:solidFill>
                  <a:srgbClr val="13294B"/>
                </a:solidFill>
              </a:defRPr>
            </a:lvl3pPr>
            <a:lvl4pPr>
              <a:defRPr sz="1650" b="1">
                <a:solidFill>
                  <a:srgbClr val="13294B"/>
                </a:solidFill>
              </a:defRPr>
            </a:lvl4pPr>
            <a:lvl5pPr>
              <a:defRPr sz="1650" b="1">
                <a:solidFill>
                  <a:srgbClr val="13294B"/>
                </a:solidFill>
              </a:defRPr>
            </a:lvl5pPr>
            <a:lvl6pPr>
              <a:defRPr sz="1650" b="1">
                <a:solidFill>
                  <a:srgbClr val="13294B"/>
                </a:solidFill>
              </a:defRPr>
            </a:lvl6pPr>
            <a:lvl7pPr>
              <a:defRPr sz="1650" b="1">
                <a:solidFill>
                  <a:srgbClr val="13294B"/>
                </a:solidFill>
              </a:defRPr>
            </a:lvl7pPr>
            <a:lvl8pPr>
              <a:defRPr sz="1650" b="1">
                <a:solidFill>
                  <a:srgbClr val="13294B"/>
                </a:solidFill>
              </a:defRPr>
            </a:lvl8pPr>
            <a:lvl9pPr>
              <a:defRPr sz="1650" b="1">
                <a:solidFill>
                  <a:srgbClr val="13294B"/>
                </a:solidFill>
              </a:defRPr>
            </a:lvl9pPr>
          </a:lstStyle>
          <a:p xmlns:a="http://schemas.openxmlformats.org/drawingml/2006/main">
            <a:pPr>
              <a:defRPr sz="1650" b="1">
                <a:solidFill>
                  <a:srgbClr val="13294B"/>
                </a:solidFill>
              </a:defRPr>
            </a:pPr>
            <a:r>
              <a:rPr sz="1650" b="1">
                <a:solidFill>
                  <a:srgbClr val="13294B"/>
                </a:solidFill>
              </a:rPr>
              <a:t>Topology</a:t>
            </a:r>
          </a:p>
        </p:txBody>
      </p:sp>
      <p:sp>
        <p:nvSpPr>
          <p:cNvPr id="12" name="">
            <a:extLst xmlns:a="http://schemas.openxmlformats.org/drawingml/2006/main">
              <a:ext uri="{FF2B5EF4-FFF2-40B4-BE49-F238E27FC236}">
                <a16:creationId xmlns:a16="http://schemas.microsoft.com/office/drawing/2014/main" id="{2C10D08B-3793-4063-819D-FF923ABDD520}"/>
              </a:ext>
            </a:extLst>
          </p:cNvPr>
          <p:cNvSpPr>
            <a:spLocks xmlns:a="http://schemas.openxmlformats.org/drawingml/2006/main" noGrp="1"/>
          </p:cNvSpPr>
          <p:nvPr/>
        </p:nvSpPr>
        <p:spPr>
          <a:xfrm xmlns:a="http://schemas.openxmlformats.org/drawingml/2006/main">
            <a:off x="4143375" y="2781300"/>
            <a:ext cx="676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a:solidFill>
                  <a:srgbClr val="182433"/>
                </a:solidFill>
              </a:defRPr>
            </a:defPPr>
            <a:lvl1pPr>
              <a:defRPr sz="1500">
                <a:solidFill>
                  <a:srgbClr val="182433"/>
                </a:solidFill>
              </a:defRPr>
            </a:lvl1pPr>
            <a:lvl2pPr>
              <a:defRPr sz="1500">
                <a:solidFill>
                  <a:srgbClr val="182433"/>
                </a:solidFill>
              </a:defRPr>
            </a:lvl2pPr>
            <a:lvl3pPr>
              <a:defRPr sz="1500">
                <a:solidFill>
                  <a:srgbClr val="182433"/>
                </a:solidFill>
              </a:defRPr>
            </a:lvl3pPr>
            <a:lvl4pPr>
              <a:defRPr sz="1500">
                <a:solidFill>
                  <a:srgbClr val="182433"/>
                </a:solidFill>
              </a:defRPr>
            </a:lvl4pPr>
            <a:lvl5pPr>
              <a:defRPr sz="1500">
                <a:solidFill>
                  <a:srgbClr val="182433"/>
                </a:solidFill>
              </a:defRPr>
            </a:lvl5pPr>
            <a:lvl6pPr>
              <a:defRPr sz="1500">
                <a:solidFill>
                  <a:srgbClr val="182433"/>
                </a:solidFill>
              </a:defRPr>
            </a:lvl6pPr>
            <a:lvl7pPr>
              <a:defRPr sz="1500">
                <a:solidFill>
                  <a:srgbClr val="182433"/>
                </a:solidFill>
              </a:defRPr>
            </a:lvl7pPr>
            <a:lvl8pPr>
              <a:defRPr sz="1500">
                <a:solidFill>
                  <a:srgbClr val="182433"/>
                </a:solidFill>
              </a:defRPr>
            </a:lvl8pPr>
            <a:lvl9pPr>
              <a:defRPr sz="1500">
                <a:solidFill>
                  <a:srgbClr val="182433"/>
                </a:solidFill>
              </a:defRPr>
            </a:lvl9pPr>
          </a:lstStyle>
          <a:p xmlns:a="http://schemas.openxmlformats.org/drawingml/2006/main">
            <a:pPr>
              <a:defRPr sz="1500">
                <a:solidFill>
                  <a:srgbClr val="182433"/>
                </a:solidFill>
              </a:defRPr>
            </a:pPr>
            <a:r>
              <a:rPr sz="1500">
                <a:solidFill>
                  <a:srgbClr val="182433"/>
                </a:solidFill>
              </a:rPr>
              <a:t>Are paths closed, holes preserved, and shared edges singular?</a:t>
            </a:r>
          </a:p>
        </p:txBody>
      </p:sp>
      <p:sp>
        <p:nvSpPr>
          <p:cNvPr id="13" name="">
            <a:extLst xmlns:a="http://schemas.openxmlformats.org/drawingml/2006/main">
              <a:ext uri="{FF2B5EF4-FFF2-40B4-BE49-F238E27FC236}">
                <a16:creationId xmlns:a16="http://schemas.microsoft.com/office/drawing/2014/main" id="{639B7B66-8CA0-4441-AB5D-7641E32A91FF}"/>
              </a:ext>
            </a:extLst>
          </p:cNvPr>
          <p:cNvSpPr>
            <a:spLocks xmlns:a="http://schemas.openxmlformats.org/drawingml/2006/main" noGrp="1"/>
          </p:cNvSpPr>
          <p:nvPr/>
        </p:nvSpPr>
        <p:spPr>
          <a:xfrm xmlns:a="http://schemas.openxmlformats.org/drawingml/2006/main">
            <a:off x="1162050" y="3562350"/>
            <a:ext cx="9753600" cy="9525"/>
          </a:xfrm>
          <a:prstGeom xmlns:a="http://schemas.openxmlformats.org/drawingml/2006/main" prst="rect">
            <a:avLst/>
          </a:prstGeom>
          <a:solidFill xmlns:a="http://schemas.openxmlformats.org/drawingml/2006/main">
            <a:srgbClr val="CAD6E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23EFCFA-CE38-4F4B-9303-7415BB32C387}"/>
              </a:ext>
            </a:extLst>
          </p:cNvPr>
          <p:cNvSpPr>
            <a:spLocks xmlns:a="http://schemas.openxmlformats.org/drawingml/2006/main" noGrp="1"/>
          </p:cNvSpPr>
          <p:nvPr/>
        </p:nvSpPr>
        <p:spPr>
          <a:xfrm xmlns:a="http://schemas.openxmlformats.org/drawingml/2006/main">
            <a:off x="800100" y="3771900"/>
            <a:ext cx="114300" cy="685800"/>
          </a:xfrm>
          <a:prstGeom xmlns:a="http://schemas.openxmlformats.org/drawingml/2006/main" prst="rect">
            <a:avLst/>
          </a:prstGeom>
          <a:solidFill xmlns:a="http://schemas.openxmlformats.org/drawingml/2006/main">
            <a:srgbClr val="D59F3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EE24005-8721-44BD-B3E3-B74027A54FA0}"/>
              </a:ext>
            </a:extLst>
          </p:cNvPr>
          <p:cNvSpPr>
            <a:spLocks xmlns:a="http://schemas.openxmlformats.org/drawingml/2006/main" noGrp="1"/>
          </p:cNvSpPr>
          <p:nvPr/>
        </p:nvSpPr>
        <p:spPr>
          <a:xfrm xmlns:a="http://schemas.openxmlformats.org/drawingml/2006/main">
            <a:off x="1162050" y="3771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3294B"/>
                </a:solidFill>
              </a:defRPr>
            </a:defPPr>
            <a:lvl1pPr>
              <a:defRPr sz="1650" b="1">
                <a:solidFill>
                  <a:srgbClr val="13294B"/>
                </a:solidFill>
              </a:defRPr>
            </a:lvl1pPr>
            <a:lvl2pPr>
              <a:defRPr sz="1650" b="1">
                <a:solidFill>
                  <a:srgbClr val="13294B"/>
                </a:solidFill>
              </a:defRPr>
            </a:lvl2pPr>
            <a:lvl3pPr>
              <a:defRPr sz="1650" b="1">
                <a:solidFill>
                  <a:srgbClr val="13294B"/>
                </a:solidFill>
              </a:defRPr>
            </a:lvl3pPr>
            <a:lvl4pPr>
              <a:defRPr sz="1650" b="1">
                <a:solidFill>
                  <a:srgbClr val="13294B"/>
                </a:solidFill>
              </a:defRPr>
            </a:lvl4pPr>
            <a:lvl5pPr>
              <a:defRPr sz="1650" b="1">
                <a:solidFill>
                  <a:srgbClr val="13294B"/>
                </a:solidFill>
              </a:defRPr>
            </a:lvl5pPr>
            <a:lvl6pPr>
              <a:defRPr sz="1650" b="1">
                <a:solidFill>
                  <a:srgbClr val="13294B"/>
                </a:solidFill>
              </a:defRPr>
            </a:lvl6pPr>
            <a:lvl7pPr>
              <a:defRPr sz="1650" b="1">
                <a:solidFill>
                  <a:srgbClr val="13294B"/>
                </a:solidFill>
              </a:defRPr>
            </a:lvl7pPr>
            <a:lvl8pPr>
              <a:defRPr sz="1650" b="1">
                <a:solidFill>
                  <a:srgbClr val="13294B"/>
                </a:solidFill>
              </a:defRPr>
            </a:lvl8pPr>
            <a:lvl9pPr>
              <a:defRPr sz="1650" b="1">
                <a:solidFill>
                  <a:srgbClr val="13294B"/>
                </a:solidFill>
              </a:defRPr>
            </a:lvl9pPr>
          </a:lstStyle>
          <a:p xmlns:a="http://schemas.openxmlformats.org/drawingml/2006/main">
            <a:pPr>
              <a:defRPr sz="1650" b="1">
                <a:solidFill>
                  <a:srgbClr val="13294B"/>
                </a:solidFill>
              </a:defRPr>
            </a:pPr>
            <a:r>
              <a:rPr sz="1650" b="1">
                <a:solidFill>
                  <a:srgbClr val="13294B"/>
                </a:solidFill>
              </a:rPr>
              <a:t>Physical meaning</a:t>
            </a:r>
          </a:p>
        </p:txBody>
      </p:sp>
      <p:sp>
        <p:nvSpPr>
          <p:cNvPr id="16" name="">
            <a:extLst xmlns:a="http://schemas.openxmlformats.org/drawingml/2006/main">
              <a:ext uri="{FF2B5EF4-FFF2-40B4-BE49-F238E27FC236}">
                <a16:creationId xmlns:a16="http://schemas.microsoft.com/office/drawing/2014/main" id="{9C2739BE-8D4B-453A-A7DB-624F9B0B9AA4}"/>
              </a:ext>
            </a:extLst>
          </p:cNvPr>
          <p:cNvSpPr>
            <a:spLocks xmlns:a="http://schemas.openxmlformats.org/drawingml/2006/main" noGrp="1"/>
          </p:cNvSpPr>
          <p:nvPr/>
        </p:nvSpPr>
        <p:spPr>
          <a:xfrm xmlns:a="http://schemas.openxmlformats.org/drawingml/2006/main">
            <a:off x="4143375" y="3771900"/>
            <a:ext cx="676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a:solidFill>
                  <a:srgbClr val="182433"/>
                </a:solidFill>
              </a:defRPr>
            </a:defPPr>
            <a:lvl1pPr>
              <a:defRPr sz="1500">
                <a:solidFill>
                  <a:srgbClr val="182433"/>
                </a:solidFill>
              </a:defRPr>
            </a:lvl1pPr>
            <a:lvl2pPr>
              <a:defRPr sz="1500">
                <a:solidFill>
                  <a:srgbClr val="182433"/>
                </a:solidFill>
              </a:defRPr>
            </a:lvl2pPr>
            <a:lvl3pPr>
              <a:defRPr sz="1500">
                <a:solidFill>
                  <a:srgbClr val="182433"/>
                </a:solidFill>
              </a:defRPr>
            </a:lvl3pPr>
            <a:lvl4pPr>
              <a:defRPr sz="1500">
                <a:solidFill>
                  <a:srgbClr val="182433"/>
                </a:solidFill>
              </a:defRPr>
            </a:lvl4pPr>
            <a:lvl5pPr>
              <a:defRPr sz="1500">
                <a:solidFill>
                  <a:srgbClr val="182433"/>
                </a:solidFill>
              </a:defRPr>
            </a:lvl5pPr>
            <a:lvl6pPr>
              <a:defRPr sz="1500">
                <a:solidFill>
                  <a:srgbClr val="182433"/>
                </a:solidFill>
              </a:defRPr>
            </a:lvl6pPr>
            <a:lvl7pPr>
              <a:defRPr sz="1500">
                <a:solidFill>
                  <a:srgbClr val="182433"/>
                </a:solidFill>
              </a:defRPr>
            </a:lvl7pPr>
            <a:lvl8pPr>
              <a:defRPr sz="1500">
                <a:solidFill>
                  <a:srgbClr val="182433"/>
                </a:solidFill>
              </a:defRPr>
            </a:lvl8pPr>
            <a:lvl9pPr>
              <a:defRPr sz="1500">
                <a:solidFill>
                  <a:srgbClr val="182433"/>
                </a:solidFill>
              </a:defRPr>
            </a:lvl9pPr>
          </a:lstStyle>
          <a:p xmlns:a="http://schemas.openxmlformats.org/drawingml/2006/main">
            <a:pPr>
              <a:defRPr sz="1500">
                <a:solidFill>
                  <a:srgbClr val="182433"/>
                </a:solidFill>
              </a:defRPr>
            </a:pPr>
            <a:r>
              <a:rPr sz="1500">
                <a:solidFill>
                  <a:srgbClr val="182433"/>
                </a:solidFill>
              </a:rPr>
              <a:t>Do units, scale, layers, and material colors match the job?</a:t>
            </a:r>
          </a:p>
        </p:txBody>
      </p:sp>
      <p:sp>
        <p:nvSpPr>
          <p:cNvPr id="17" name="">
            <a:extLst xmlns:a="http://schemas.openxmlformats.org/drawingml/2006/main">
              <a:ext uri="{FF2B5EF4-FFF2-40B4-BE49-F238E27FC236}">
                <a16:creationId xmlns:a16="http://schemas.microsoft.com/office/drawing/2014/main" id="{CF2987DF-ACCE-48BB-A2C6-D5DA8A367870}"/>
              </a:ext>
            </a:extLst>
          </p:cNvPr>
          <p:cNvSpPr>
            <a:spLocks xmlns:a="http://schemas.openxmlformats.org/drawingml/2006/main" noGrp="1"/>
          </p:cNvSpPr>
          <p:nvPr/>
        </p:nvSpPr>
        <p:spPr>
          <a:xfrm xmlns:a="http://schemas.openxmlformats.org/drawingml/2006/main">
            <a:off x="1162050" y="4552950"/>
            <a:ext cx="9753600" cy="9525"/>
          </a:xfrm>
          <a:prstGeom xmlns:a="http://schemas.openxmlformats.org/drawingml/2006/main" prst="rect">
            <a:avLst/>
          </a:prstGeom>
          <a:solidFill xmlns:a="http://schemas.openxmlformats.org/drawingml/2006/main">
            <a:srgbClr val="CAD6E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B5692C-DC07-4CED-83A0-A476C4DC78D7}"/>
              </a:ext>
            </a:extLst>
          </p:cNvPr>
          <p:cNvSpPr>
            <a:spLocks xmlns:a="http://schemas.openxmlformats.org/drawingml/2006/main" noGrp="1"/>
          </p:cNvSpPr>
          <p:nvPr/>
        </p:nvSpPr>
        <p:spPr>
          <a:xfrm xmlns:a="http://schemas.openxmlformats.org/drawingml/2006/main">
            <a:off x="800100" y="4762500"/>
            <a:ext cx="114300" cy="685800"/>
          </a:xfrm>
          <a:prstGeom xmlns:a="http://schemas.openxmlformats.org/drawingml/2006/main" prst="rect">
            <a:avLst/>
          </a:prstGeom>
          <a:solidFill xmlns:a="http://schemas.openxmlformats.org/drawingml/2006/main">
            <a:srgbClr val="A7484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3FA58B7-F9EF-4721-BB1B-C331F9014B01}"/>
              </a:ext>
            </a:extLst>
          </p:cNvPr>
          <p:cNvSpPr>
            <a:spLocks xmlns:a="http://schemas.openxmlformats.org/drawingml/2006/main" noGrp="1"/>
          </p:cNvSpPr>
          <p:nvPr/>
        </p:nvSpPr>
        <p:spPr>
          <a:xfrm xmlns:a="http://schemas.openxmlformats.org/drawingml/2006/main">
            <a:off x="1162050" y="4762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3294B"/>
                </a:solidFill>
              </a:defRPr>
            </a:defPPr>
            <a:lvl1pPr>
              <a:defRPr sz="1650" b="1">
                <a:solidFill>
                  <a:srgbClr val="13294B"/>
                </a:solidFill>
              </a:defRPr>
            </a:lvl1pPr>
            <a:lvl2pPr>
              <a:defRPr sz="1650" b="1">
                <a:solidFill>
                  <a:srgbClr val="13294B"/>
                </a:solidFill>
              </a:defRPr>
            </a:lvl2pPr>
            <a:lvl3pPr>
              <a:defRPr sz="1650" b="1">
                <a:solidFill>
                  <a:srgbClr val="13294B"/>
                </a:solidFill>
              </a:defRPr>
            </a:lvl3pPr>
            <a:lvl4pPr>
              <a:defRPr sz="1650" b="1">
                <a:solidFill>
                  <a:srgbClr val="13294B"/>
                </a:solidFill>
              </a:defRPr>
            </a:lvl4pPr>
            <a:lvl5pPr>
              <a:defRPr sz="1650" b="1">
                <a:solidFill>
                  <a:srgbClr val="13294B"/>
                </a:solidFill>
              </a:defRPr>
            </a:lvl5pPr>
            <a:lvl6pPr>
              <a:defRPr sz="1650" b="1">
                <a:solidFill>
                  <a:srgbClr val="13294B"/>
                </a:solidFill>
              </a:defRPr>
            </a:lvl6pPr>
            <a:lvl7pPr>
              <a:defRPr sz="1650" b="1">
                <a:solidFill>
                  <a:srgbClr val="13294B"/>
                </a:solidFill>
              </a:defRPr>
            </a:lvl7pPr>
            <a:lvl8pPr>
              <a:defRPr sz="1650" b="1">
                <a:solidFill>
                  <a:srgbClr val="13294B"/>
                </a:solidFill>
              </a:defRPr>
            </a:lvl8pPr>
            <a:lvl9pPr>
              <a:defRPr sz="1650" b="1">
                <a:solidFill>
                  <a:srgbClr val="13294B"/>
                </a:solidFill>
              </a:defRPr>
            </a:lvl9pPr>
          </a:lstStyle>
          <a:p xmlns:a="http://schemas.openxmlformats.org/drawingml/2006/main">
            <a:pPr>
              <a:defRPr sz="1650" b="1">
                <a:solidFill>
                  <a:srgbClr val="13294B"/>
                </a:solidFill>
              </a:defRPr>
            </a:pPr>
            <a:r>
              <a:rPr sz="1650" b="1">
                <a:solidFill>
                  <a:srgbClr val="13294B"/>
                </a:solidFill>
              </a:rPr>
              <a:t>Downstream behavior</a:t>
            </a:r>
          </a:p>
        </p:txBody>
      </p:sp>
      <p:sp>
        <p:nvSpPr>
          <p:cNvPr id="20" name="">
            <a:extLst xmlns:a="http://schemas.openxmlformats.org/drawingml/2006/main">
              <a:ext uri="{FF2B5EF4-FFF2-40B4-BE49-F238E27FC236}">
                <a16:creationId xmlns:a16="http://schemas.microsoft.com/office/drawing/2014/main" id="{1EBC08E4-4769-4177-AFF8-26B9FB0BF819}"/>
              </a:ext>
            </a:extLst>
          </p:cNvPr>
          <p:cNvSpPr>
            <a:spLocks xmlns:a="http://schemas.openxmlformats.org/drawingml/2006/main" noGrp="1"/>
          </p:cNvSpPr>
          <p:nvPr/>
        </p:nvSpPr>
        <p:spPr>
          <a:xfrm xmlns:a="http://schemas.openxmlformats.org/drawingml/2006/main">
            <a:off x="4143375" y="4762500"/>
            <a:ext cx="676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a:solidFill>
                  <a:srgbClr val="182433"/>
                </a:solidFill>
              </a:defRPr>
            </a:defPPr>
            <a:lvl1pPr>
              <a:defRPr sz="1500">
                <a:solidFill>
                  <a:srgbClr val="182433"/>
                </a:solidFill>
              </a:defRPr>
            </a:lvl1pPr>
            <a:lvl2pPr>
              <a:defRPr sz="1500">
                <a:solidFill>
                  <a:srgbClr val="182433"/>
                </a:solidFill>
              </a:defRPr>
            </a:lvl2pPr>
            <a:lvl3pPr>
              <a:defRPr sz="1500">
                <a:solidFill>
                  <a:srgbClr val="182433"/>
                </a:solidFill>
              </a:defRPr>
            </a:lvl3pPr>
            <a:lvl4pPr>
              <a:defRPr sz="1500">
                <a:solidFill>
                  <a:srgbClr val="182433"/>
                </a:solidFill>
              </a:defRPr>
            </a:lvl4pPr>
            <a:lvl5pPr>
              <a:defRPr sz="1500">
                <a:solidFill>
                  <a:srgbClr val="182433"/>
                </a:solidFill>
              </a:defRPr>
            </a:lvl5pPr>
            <a:lvl6pPr>
              <a:defRPr sz="1500">
                <a:solidFill>
                  <a:srgbClr val="182433"/>
                </a:solidFill>
              </a:defRPr>
            </a:lvl6pPr>
            <a:lvl7pPr>
              <a:defRPr sz="1500">
                <a:solidFill>
                  <a:srgbClr val="182433"/>
                </a:solidFill>
              </a:defRPr>
            </a:lvl7pPr>
            <a:lvl8pPr>
              <a:defRPr sz="1500">
                <a:solidFill>
                  <a:srgbClr val="182433"/>
                </a:solidFill>
              </a:defRPr>
            </a:lvl8pPr>
            <a:lvl9pPr>
              <a:defRPr sz="1500">
                <a:solidFill>
                  <a:srgbClr val="182433"/>
                </a:solidFill>
              </a:defRPr>
            </a:lvl9pPr>
          </a:lstStyle>
          <a:p xmlns:a="http://schemas.openxmlformats.org/drawingml/2006/main">
            <a:pPr>
              <a:defRPr sz="1500">
                <a:solidFill>
                  <a:srgbClr val="182433"/>
                </a:solidFill>
              </a:defRPr>
            </a:pPr>
            <a:r>
              <a:rPr sz="1500">
                <a:solidFill>
                  <a:srgbClr val="182433"/>
                </a:solidFill>
              </a:rPr>
              <a:t>Does the confirmed CAD software import the expected entities?</a:t>
            </a:r>
          </a:p>
        </p:txBody>
      </p:sp>
      <p:sp>
        <p:nvSpPr>
          <p:cNvPr id="21" name="">
            <a:extLst xmlns:a="http://schemas.openxmlformats.org/drawingml/2006/main">
              <a:ext uri="{FF2B5EF4-FFF2-40B4-BE49-F238E27FC236}">
                <a16:creationId xmlns:a16="http://schemas.microsoft.com/office/drawing/2014/main" id="{DF540321-4163-434B-9002-0D2AD00F7CF9}"/>
              </a:ext>
            </a:extLst>
          </p:cNvPr>
          <p:cNvSpPr>
            <a:spLocks xmlns:a="http://schemas.openxmlformats.org/drawingml/2006/main" noGrp="1"/>
          </p:cNvSpPr>
          <p:nvPr/>
        </p:nvSpPr>
        <p:spPr>
          <a:xfrm xmlns:a="http://schemas.openxmlformats.org/drawingml/2006/main">
            <a:off x="1162050" y="5543550"/>
            <a:ext cx="9753600" cy="9525"/>
          </a:xfrm>
          <a:prstGeom xmlns:a="http://schemas.openxmlformats.org/drawingml/2006/main" prst="rect">
            <a:avLst/>
          </a:prstGeom>
          <a:solidFill xmlns:a="http://schemas.openxmlformats.org/drawingml/2006/main">
            <a:srgbClr val="CAD6E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4B5C9C-3D70-4AC2-8728-CA872E166A48}"/>
              </a:ext>
            </a:extLst>
          </p:cNvPr>
          <p:cNvSpPr>
            <a:spLocks xmlns:a="http://schemas.openxmlformats.org/drawingml/2006/main" noGrp="1"/>
          </p:cNvSpPr>
          <p:nvPr/>
        </p:nvSpPr>
        <p:spPr>
          <a:xfrm xmlns:a="http://schemas.openxmlformats.org/drawingml/2006/main">
            <a:off x="1162050" y="58102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A74848"/>
                </a:solidFill>
              </a:defRPr>
            </a:defPPr>
            <a:lvl1pPr>
              <a:defRPr sz="1350" b="1">
                <a:solidFill>
                  <a:srgbClr val="A74848"/>
                </a:solidFill>
              </a:defRPr>
            </a:lvl1pPr>
            <a:lvl2pPr>
              <a:defRPr sz="1350" b="1">
                <a:solidFill>
                  <a:srgbClr val="A74848"/>
                </a:solidFill>
              </a:defRPr>
            </a:lvl2pPr>
            <a:lvl3pPr>
              <a:defRPr sz="1350" b="1">
                <a:solidFill>
                  <a:srgbClr val="A74848"/>
                </a:solidFill>
              </a:defRPr>
            </a:lvl3pPr>
            <a:lvl4pPr>
              <a:defRPr sz="1350" b="1">
                <a:solidFill>
                  <a:srgbClr val="A74848"/>
                </a:solidFill>
              </a:defRPr>
            </a:lvl4pPr>
            <a:lvl5pPr>
              <a:defRPr sz="1350" b="1">
                <a:solidFill>
                  <a:srgbClr val="A74848"/>
                </a:solidFill>
              </a:defRPr>
            </a:lvl5pPr>
            <a:lvl6pPr>
              <a:defRPr sz="1350" b="1">
                <a:solidFill>
                  <a:srgbClr val="A74848"/>
                </a:solidFill>
              </a:defRPr>
            </a:lvl6pPr>
            <a:lvl7pPr>
              <a:defRPr sz="1350" b="1">
                <a:solidFill>
                  <a:srgbClr val="A74848"/>
                </a:solidFill>
              </a:defRPr>
            </a:lvl7pPr>
            <a:lvl8pPr>
              <a:defRPr sz="1350" b="1">
                <a:solidFill>
                  <a:srgbClr val="A74848"/>
                </a:solidFill>
              </a:defRPr>
            </a:lvl8pPr>
            <a:lvl9pPr>
              <a:defRPr sz="1350" b="1">
                <a:solidFill>
                  <a:srgbClr val="A74848"/>
                </a:solidFill>
              </a:defRPr>
            </a:lvl9pPr>
          </a:lstStyle>
          <a:p xmlns:a="http://schemas.openxmlformats.org/drawingml/2006/main">
            <a:pPr>
              <a:defRPr sz="1350" b="1">
                <a:solidFill>
                  <a:srgbClr val="A74848"/>
                </a:solidFill>
              </a:defRPr>
            </a:pPr>
            <a:r>
              <a:rPr sz="1350" b="1">
                <a:solidFill>
                  <a:srgbClr val="A74848"/>
                </a:solidFill>
              </a:rPr>
              <a:t>Current gaps: exact circle and arc recognition, shared-edge cleanup, manual correction tools, and client CAD/cutting validation.</a:t>
            </a:r>
          </a:p>
        </p:txBody>
      </p:sp>
    </p:spTree>
    <p:extLst>
      <p:ext uri="{BB962C8B-B14F-4D97-AF65-F5344CB8AC3E}">
        <p14:creationId xmlns:p14="http://schemas.microsoft.com/office/powerpoint/2010/main" val="2094135247"/>
      </p:ext>
    </p:extLst>
  </p:cSld>
</p:sld>
</file>

<file path=ppt/slides/slide1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EA735A4-0903-43A9-8C79-C1DC51D60C19}"/>
              </a:ext>
            </a:extLst>
          </p:cNvPr>
          <p:cNvSpPr>
            <a:spLocks xmlns:a="http://schemas.openxmlformats.org/drawingml/2006/main" noGrp="1"/>
          </p:cNvSpPr>
          <p:nvPr/>
        </p:nvSpPr>
        <p:spPr>
          <a:xfrm xmlns:a="http://schemas.openxmlformats.org/drawingml/2006/main">
            <a:off x="68580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9CD3"/>
                </a:solidFill>
              </a:defRPr>
            </a:defPPr>
            <a:lvl1pPr>
              <a:defRPr sz="975" b="1">
                <a:solidFill>
                  <a:srgbClr val="4B9CD3"/>
                </a:solidFill>
              </a:defRPr>
            </a:lvl1pPr>
            <a:lvl2pPr>
              <a:defRPr sz="975" b="1">
                <a:solidFill>
                  <a:srgbClr val="4B9CD3"/>
                </a:solidFill>
              </a:defRPr>
            </a:lvl2pPr>
            <a:lvl3pPr>
              <a:defRPr sz="975" b="1">
                <a:solidFill>
                  <a:srgbClr val="4B9CD3"/>
                </a:solidFill>
              </a:defRPr>
            </a:lvl3pPr>
            <a:lvl4pPr>
              <a:defRPr sz="975" b="1">
                <a:solidFill>
                  <a:srgbClr val="4B9CD3"/>
                </a:solidFill>
              </a:defRPr>
            </a:lvl4pPr>
            <a:lvl5pPr>
              <a:defRPr sz="975" b="1">
                <a:solidFill>
                  <a:srgbClr val="4B9CD3"/>
                </a:solidFill>
              </a:defRPr>
            </a:lvl5pPr>
            <a:lvl6pPr>
              <a:defRPr sz="975" b="1">
                <a:solidFill>
                  <a:srgbClr val="4B9CD3"/>
                </a:solidFill>
              </a:defRPr>
            </a:lvl6pPr>
            <a:lvl7pPr>
              <a:defRPr sz="975" b="1">
                <a:solidFill>
                  <a:srgbClr val="4B9CD3"/>
                </a:solidFill>
              </a:defRPr>
            </a:lvl7pPr>
            <a:lvl8pPr>
              <a:defRPr sz="975" b="1">
                <a:solidFill>
                  <a:srgbClr val="4B9CD3"/>
                </a:solidFill>
              </a:defRPr>
            </a:lvl8pPr>
            <a:lvl9pPr>
              <a:defRPr sz="975" b="1">
                <a:solidFill>
                  <a:srgbClr val="4B9CD3"/>
                </a:solidFill>
              </a:defRPr>
            </a:lvl9pPr>
          </a:lstStyle>
          <a:p xmlns:a="http://schemas.openxmlformats.org/drawingml/2006/main">
            <a:pPr>
              <a:defRPr sz="975" b="1">
                <a:solidFill>
                  <a:srgbClr val="4B9CD3"/>
                </a:solidFill>
              </a:defRPr>
            </a:pPr>
            <a:r>
              <a:rPr sz="975" b="1">
                <a:solidFill>
                  <a:srgbClr val="4B9CD3"/>
                </a:solidFill>
              </a:rPr>
              <a:t>IMAGE VECTORIZATION</a:t>
            </a:r>
          </a:p>
        </p:txBody>
      </p:sp>
      <p:sp>
        <p:nvSpPr>
          <p:cNvPr id="2" name="">
            <a:extLst xmlns:a="http://schemas.openxmlformats.org/drawingml/2006/main">
              <a:ext uri="{FF2B5EF4-FFF2-40B4-BE49-F238E27FC236}">
                <a16:creationId xmlns:a16="http://schemas.microsoft.com/office/drawing/2014/main" id="{59741326-D63B-48B2-9DFC-5D163BB1FD1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3294B"/>
                </a:solidFill>
              </a:defRPr>
            </a:defPPr>
            <a:lvl1pPr>
              <a:defRPr sz="2700" b="1">
                <a:solidFill>
                  <a:srgbClr val="13294B"/>
                </a:solidFill>
              </a:defRPr>
            </a:lvl1pPr>
            <a:lvl2pPr>
              <a:defRPr sz="2700" b="1">
                <a:solidFill>
                  <a:srgbClr val="13294B"/>
                </a:solidFill>
              </a:defRPr>
            </a:lvl2pPr>
            <a:lvl3pPr>
              <a:defRPr sz="2700" b="1">
                <a:solidFill>
                  <a:srgbClr val="13294B"/>
                </a:solidFill>
              </a:defRPr>
            </a:lvl3pPr>
            <a:lvl4pPr>
              <a:defRPr sz="2700" b="1">
                <a:solidFill>
                  <a:srgbClr val="13294B"/>
                </a:solidFill>
              </a:defRPr>
            </a:lvl4pPr>
            <a:lvl5pPr>
              <a:defRPr sz="2700" b="1">
                <a:solidFill>
                  <a:srgbClr val="13294B"/>
                </a:solidFill>
              </a:defRPr>
            </a:lvl5pPr>
            <a:lvl6pPr>
              <a:defRPr sz="2700" b="1">
                <a:solidFill>
                  <a:srgbClr val="13294B"/>
                </a:solidFill>
              </a:defRPr>
            </a:lvl6pPr>
            <a:lvl7pPr>
              <a:defRPr sz="2700" b="1">
                <a:solidFill>
                  <a:srgbClr val="13294B"/>
                </a:solidFill>
              </a:defRPr>
            </a:lvl7pPr>
            <a:lvl8pPr>
              <a:defRPr sz="2700" b="1">
                <a:solidFill>
                  <a:srgbClr val="13294B"/>
                </a:solidFill>
              </a:defRPr>
            </a:lvl8pPr>
            <a:lvl9pPr>
              <a:defRPr sz="2700" b="1">
                <a:solidFill>
                  <a:srgbClr val="13294B"/>
                </a:solidFill>
              </a:defRPr>
            </a:lvl9pPr>
          </a:lstStyle>
          <a:p xmlns:a="http://schemas.openxmlformats.org/drawingml/2006/main">
            <a:pPr>
              <a:defRPr sz="2700" b="1">
                <a:solidFill>
                  <a:srgbClr val="13294B"/>
                </a:solidFill>
              </a:defRPr>
            </a:pPr>
            <a:r>
              <a:rPr sz="2700" b="1">
                <a:solidFill>
                  <a:srgbClr val="13294B"/>
                </a:solidFill>
              </a:rPr>
              <a:t>Open-source implementation and verification</a:t>
            </a:r>
          </a:p>
        </p:txBody>
      </p:sp>
      <p:sp>
        <p:nvSpPr>
          <p:cNvPr id="3" name="">
            <a:extLst xmlns:a="http://schemas.openxmlformats.org/drawingml/2006/main">
              <a:ext uri="{FF2B5EF4-FFF2-40B4-BE49-F238E27FC236}">
                <a16:creationId xmlns:a16="http://schemas.microsoft.com/office/drawing/2014/main" id="{E53BAAE6-69FB-4AA2-87E6-CF761BE75A44}"/>
              </a:ext>
            </a:extLst>
          </p:cNvPr>
          <p:cNvSpPr>
            <a:spLocks xmlns:a="http://schemas.openxmlformats.org/drawingml/2006/main" noGrp="1"/>
          </p:cNvSpPr>
          <p:nvPr/>
        </p:nvSpPr>
        <p:spPr>
          <a:xfrm xmlns:a="http://schemas.openxmlformats.org/drawingml/2006/main">
            <a:off x="685800" y="1381125"/>
            <a:ext cx="876300" cy="47625"/>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77436DF-DD68-4676-9BE8-F57BA456BC38}"/>
              </a:ext>
            </a:extLst>
          </p:cNvPr>
          <p:cNvSpPr>
            <a:spLocks xmlns:a="http://schemas.openxmlformats.org/drawingml/2006/main" noGrp="1"/>
          </p:cNvSpPr>
          <p:nvPr/>
        </p:nvSpPr>
        <p:spPr>
          <a:xfrm xmlns:a="http://schemas.openxmlformats.org/drawingml/2006/main">
            <a:off x="11144250" y="400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579"/>
                </a:solidFill>
              </a:defRPr>
            </a:defPPr>
            <a:lvl1pPr>
              <a:defRPr sz="975" b="1">
                <a:solidFill>
                  <a:srgbClr val="536579"/>
                </a:solidFill>
              </a:defRPr>
            </a:lvl1pPr>
            <a:lvl2pPr>
              <a:defRPr sz="975" b="1">
                <a:solidFill>
                  <a:srgbClr val="536579"/>
                </a:solidFill>
              </a:defRPr>
            </a:lvl2pPr>
            <a:lvl3pPr>
              <a:defRPr sz="975" b="1">
                <a:solidFill>
                  <a:srgbClr val="536579"/>
                </a:solidFill>
              </a:defRPr>
            </a:lvl3pPr>
            <a:lvl4pPr>
              <a:defRPr sz="975" b="1">
                <a:solidFill>
                  <a:srgbClr val="536579"/>
                </a:solidFill>
              </a:defRPr>
            </a:lvl4pPr>
            <a:lvl5pPr>
              <a:defRPr sz="975" b="1">
                <a:solidFill>
                  <a:srgbClr val="536579"/>
                </a:solidFill>
              </a:defRPr>
            </a:lvl5pPr>
            <a:lvl6pPr>
              <a:defRPr sz="975" b="1">
                <a:solidFill>
                  <a:srgbClr val="536579"/>
                </a:solidFill>
              </a:defRPr>
            </a:lvl6pPr>
            <a:lvl7pPr>
              <a:defRPr sz="975" b="1">
                <a:solidFill>
                  <a:srgbClr val="536579"/>
                </a:solidFill>
              </a:defRPr>
            </a:lvl7pPr>
            <a:lvl8pPr>
              <a:defRPr sz="975" b="1">
                <a:solidFill>
                  <a:srgbClr val="536579"/>
                </a:solidFill>
              </a:defRPr>
            </a:lvl8pPr>
            <a:lvl9pPr>
              <a:defRPr sz="975" b="1">
                <a:solidFill>
                  <a:srgbClr val="536579"/>
                </a:solidFill>
              </a:defRPr>
            </a:lvl9pPr>
          </a:lstStyle>
          <a:p xmlns:a="http://schemas.openxmlformats.org/drawingml/2006/main">
            <a:pPr>
              <a:defRPr sz="975" b="1">
                <a:solidFill>
                  <a:srgbClr val="536579"/>
                </a:solidFill>
              </a:defRPr>
            </a:pPr>
            <a:r>
              <a:rPr sz="975" b="1">
                <a:solidFill>
                  <a:srgbClr val="536579"/>
                </a:solidFill>
              </a:rPr>
              <a:t>11</a:t>
            </a:r>
          </a:p>
        </p:txBody>
      </p:sp>
      <p:sp>
        <p:nvSpPr>
          <p:cNvPr id="5" name="">
            <a:extLst xmlns:a="http://schemas.openxmlformats.org/drawingml/2006/main">
              <a:ext uri="{FF2B5EF4-FFF2-40B4-BE49-F238E27FC236}">
                <a16:creationId xmlns:a16="http://schemas.microsoft.com/office/drawing/2014/main" id="{E1B2B217-0C9A-47CB-81D5-56E2F03E7B04}"/>
              </a:ext>
            </a:extLst>
          </p:cNvPr>
          <p:cNvSpPr>
            <a:spLocks xmlns:a="http://schemas.openxmlformats.org/drawingml/2006/main" noGrp="1"/>
          </p:cNvSpPr>
          <p:nvPr/>
        </p:nvSpPr>
        <p:spPr>
          <a:xfrm xmlns:a="http://schemas.openxmlformats.org/drawingml/2006/main">
            <a:off x="68580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a:solidFill>
                  <a:srgbClr val="536579"/>
                </a:solidFill>
              </a:defRPr>
            </a:defPPr>
            <a:lvl1pPr>
              <a:defRPr sz="825">
                <a:solidFill>
                  <a:srgbClr val="536579"/>
                </a:solidFill>
              </a:defRPr>
            </a:lvl1pPr>
            <a:lvl2pPr>
              <a:defRPr sz="825">
                <a:solidFill>
                  <a:srgbClr val="536579"/>
                </a:solidFill>
              </a:defRPr>
            </a:lvl2pPr>
            <a:lvl3pPr>
              <a:defRPr sz="825">
                <a:solidFill>
                  <a:srgbClr val="536579"/>
                </a:solidFill>
              </a:defRPr>
            </a:lvl3pPr>
            <a:lvl4pPr>
              <a:defRPr sz="825">
                <a:solidFill>
                  <a:srgbClr val="536579"/>
                </a:solidFill>
              </a:defRPr>
            </a:lvl4pPr>
            <a:lvl5pPr>
              <a:defRPr sz="825">
                <a:solidFill>
                  <a:srgbClr val="536579"/>
                </a:solidFill>
              </a:defRPr>
            </a:lvl5pPr>
            <a:lvl6pPr>
              <a:defRPr sz="825">
                <a:solidFill>
                  <a:srgbClr val="536579"/>
                </a:solidFill>
              </a:defRPr>
            </a:lvl6pPr>
            <a:lvl7pPr>
              <a:defRPr sz="825">
                <a:solidFill>
                  <a:srgbClr val="536579"/>
                </a:solidFill>
              </a:defRPr>
            </a:lvl7pPr>
            <a:lvl8pPr>
              <a:defRPr sz="825">
                <a:solidFill>
                  <a:srgbClr val="536579"/>
                </a:solidFill>
              </a:defRPr>
            </a:lvl8pPr>
            <a:lvl9pPr>
              <a:defRPr sz="825">
                <a:solidFill>
                  <a:srgbClr val="536579"/>
                </a:solidFill>
              </a:defRPr>
            </a:lvl9pPr>
          </a:lstStyle>
          <a:p xmlns:a="http://schemas.openxmlformats.org/drawingml/2006/main">
            <a:pPr>
              <a:defRPr sz="825">
                <a:solidFill>
                  <a:srgbClr val="536579"/>
                </a:solidFill>
              </a:defRPr>
            </a:pPr>
            <a:r>
              <a:rPr sz="825">
                <a:solidFill>
                  <a:srgbClr val="536579"/>
                </a:solidFill>
              </a:rPr>
              <a:t>UNC COMP 523 Team E  ·  Alex Tang</a:t>
            </a:r>
          </a:p>
        </p:txBody>
      </p:sp>
      <p:sp>
        <p:nvSpPr>
          <p:cNvPr id="6" name="">
            <a:extLst xmlns:a="http://schemas.openxmlformats.org/drawingml/2006/main">
              <a:ext uri="{FF2B5EF4-FFF2-40B4-BE49-F238E27FC236}">
                <a16:creationId xmlns:a16="http://schemas.microsoft.com/office/drawing/2014/main" id="{6F89FBB6-A796-49E6-AEA1-FEA8C1537703}"/>
              </a:ext>
            </a:extLst>
          </p:cNvPr>
          <p:cNvSpPr>
            <a:spLocks xmlns:a="http://schemas.openxmlformats.org/drawingml/2006/main" noGrp="1"/>
          </p:cNvSpPr>
          <p:nvPr/>
        </p:nvSpPr>
        <p:spPr>
          <a:xfrm xmlns:a="http://schemas.openxmlformats.org/drawingml/2006/main">
            <a:off x="876300" y="17526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4B9CD3"/>
                </a:solidFill>
              </a:defRPr>
            </a:defPPr>
            <a:lvl1pPr>
              <a:defRPr sz="1650" b="1">
                <a:solidFill>
                  <a:srgbClr val="4B9CD3"/>
                </a:solidFill>
              </a:defRPr>
            </a:lvl1pPr>
            <a:lvl2pPr>
              <a:defRPr sz="1650" b="1">
                <a:solidFill>
                  <a:srgbClr val="4B9CD3"/>
                </a:solidFill>
              </a:defRPr>
            </a:lvl2pPr>
            <a:lvl3pPr>
              <a:defRPr sz="1650" b="1">
                <a:solidFill>
                  <a:srgbClr val="4B9CD3"/>
                </a:solidFill>
              </a:defRPr>
            </a:lvl3pPr>
            <a:lvl4pPr>
              <a:defRPr sz="1650" b="1">
                <a:solidFill>
                  <a:srgbClr val="4B9CD3"/>
                </a:solidFill>
              </a:defRPr>
            </a:lvl4pPr>
            <a:lvl5pPr>
              <a:defRPr sz="1650" b="1">
                <a:solidFill>
                  <a:srgbClr val="4B9CD3"/>
                </a:solidFill>
              </a:defRPr>
            </a:lvl5pPr>
            <a:lvl6pPr>
              <a:defRPr sz="1650" b="1">
                <a:solidFill>
                  <a:srgbClr val="4B9CD3"/>
                </a:solidFill>
              </a:defRPr>
            </a:lvl6pPr>
            <a:lvl7pPr>
              <a:defRPr sz="1650" b="1">
                <a:solidFill>
                  <a:srgbClr val="4B9CD3"/>
                </a:solidFill>
              </a:defRPr>
            </a:lvl7pPr>
            <a:lvl8pPr>
              <a:defRPr sz="1650" b="1">
                <a:solidFill>
                  <a:srgbClr val="4B9CD3"/>
                </a:solidFill>
              </a:defRPr>
            </a:lvl8pPr>
            <a:lvl9pPr>
              <a:defRPr sz="1650" b="1">
                <a:solidFill>
                  <a:srgbClr val="4B9CD3"/>
                </a:solidFill>
              </a:defRPr>
            </a:lvl9pPr>
          </a:lstStyle>
          <a:p xmlns:a="http://schemas.openxmlformats.org/drawingml/2006/main">
            <a:pPr>
              <a:defRPr sz="1650" b="1">
                <a:solidFill>
                  <a:srgbClr val="4B9CD3"/>
                </a:solidFill>
              </a:defRPr>
            </a:pPr>
            <a:r>
              <a:rPr sz="1650" b="1">
                <a:solidFill>
                  <a:srgbClr val="4B9CD3"/>
                </a:solidFill>
              </a:rPr>
              <a:t>VTracer</a:t>
            </a:r>
          </a:p>
        </p:txBody>
      </p:sp>
      <p:sp>
        <p:nvSpPr>
          <p:cNvPr id="7" name="">
            <a:extLst xmlns:a="http://schemas.openxmlformats.org/drawingml/2006/main">
              <a:ext uri="{FF2B5EF4-FFF2-40B4-BE49-F238E27FC236}">
                <a16:creationId xmlns:a16="http://schemas.microsoft.com/office/drawing/2014/main" id="{7A74CC70-4B53-4BF0-8EEA-6FD66862BCAE}"/>
              </a:ext>
            </a:extLst>
          </p:cNvPr>
          <p:cNvSpPr>
            <a:spLocks xmlns:a="http://schemas.openxmlformats.org/drawingml/2006/main" noGrp="1"/>
          </p:cNvSpPr>
          <p:nvPr/>
        </p:nvSpPr>
        <p:spPr>
          <a:xfrm xmlns:a="http://schemas.openxmlformats.org/drawingml/2006/main">
            <a:off x="2952750" y="17526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a:solidFill>
                  <a:srgbClr val="182433"/>
                </a:solidFill>
              </a:defRPr>
            </a:defPPr>
            <a:lvl1pPr>
              <a:defRPr sz="1425">
                <a:solidFill>
                  <a:srgbClr val="182433"/>
                </a:solidFill>
              </a:defRPr>
            </a:lvl1pPr>
            <a:lvl2pPr>
              <a:defRPr sz="1425">
                <a:solidFill>
                  <a:srgbClr val="182433"/>
                </a:solidFill>
              </a:defRPr>
            </a:lvl2pPr>
            <a:lvl3pPr>
              <a:defRPr sz="1425">
                <a:solidFill>
                  <a:srgbClr val="182433"/>
                </a:solidFill>
              </a:defRPr>
            </a:lvl3pPr>
            <a:lvl4pPr>
              <a:defRPr sz="1425">
                <a:solidFill>
                  <a:srgbClr val="182433"/>
                </a:solidFill>
              </a:defRPr>
            </a:lvl4pPr>
            <a:lvl5pPr>
              <a:defRPr sz="1425">
                <a:solidFill>
                  <a:srgbClr val="182433"/>
                </a:solidFill>
              </a:defRPr>
            </a:lvl5pPr>
            <a:lvl6pPr>
              <a:defRPr sz="1425">
                <a:solidFill>
                  <a:srgbClr val="182433"/>
                </a:solidFill>
              </a:defRPr>
            </a:lvl6pPr>
            <a:lvl7pPr>
              <a:defRPr sz="1425">
                <a:solidFill>
                  <a:srgbClr val="182433"/>
                </a:solidFill>
              </a:defRPr>
            </a:lvl7pPr>
            <a:lvl8pPr>
              <a:defRPr sz="1425">
                <a:solidFill>
                  <a:srgbClr val="182433"/>
                </a:solidFill>
              </a:defRPr>
            </a:lvl8pPr>
            <a:lvl9pPr>
              <a:defRPr sz="1425">
                <a:solidFill>
                  <a:srgbClr val="182433"/>
                </a:solidFill>
              </a:defRPr>
            </a:lvl9pPr>
          </a:lstStyle>
          <a:p xmlns:a="http://schemas.openxmlformats.org/drawingml/2006/main">
            <a:pPr>
              <a:defRPr sz="1425">
                <a:solidFill>
                  <a:srgbClr val="182433"/>
                </a:solidFill>
              </a:defRPr>
            </a:pPr>
            <a:r>
              <a:rPr sz="1425">
                <a:solidFill>
                  <a:srgbClr val="182433"/>
                </a:solidFill>
              </a:rPr>
              <a:t>color clustering + SVG spline tracing</a:t>
            </a:r>
          </a:p>
        </p:txBody>
      </p:sp>
      <p:sp>
        <p:nvSpPr>
          <p:cNvPr id="8" name="">
            <a:extLst xmlns:a="http://schemas.openxmlformats.org/drawingml/2006/main">
              <a:ext uri="{FF2B5EF4-FFF2-40B4-BE49-F238E27FC236}">
                <a16:creationId xmlns:a16="http://schemas.microsoft.com/office/drawing/2014/main" id="{7300F697-B85B-44BF-B28F-9C2F42FDE75D}"/>
              </a:ext>
            </a:extLst>
          </p:cNvPr>
          <p:cNvSpPr>
            <a:spLocks xmlns:a="http://schemas.openxmlformats.org/drawingml/2006/main" noGrp="1"/>
          </p:cNvSpPr>
          <p:nvPr/>
        </p:nvSpPr>
        <p:spPr>
          <a:xfrm xmlns:a="http://schemas.openxmlformats.org/drawingml/2006/main">
            <a:off x="876300" y="2495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4F7C67"/>
                </a:solidFill>
              </a:defRPr>
            </a:defPPr>
            <a:lvl1pPr>
              <a:defRPr sz="1650" b="1">
                <a:solidFill>
                  <a:srgbClr val="4F7C67"/>
                </a:solidFill>
              </a:defRPr>
            </a:lvl1pPr>
            <a:lvl2pPr>
              <a:defRPr sz="1650" b="1">
                <a:solidFill>
                  <a:srgbClr val="4F7C67"/>
                </a:solidFill>
              </a:defRPr>
            </a:lvl2pPr>
            <a:lvl3pPr>
              <a:defRPr sz="1650" b="1">
                <a:solidFill>
                  <a:srgbClr val="4F7C67"/>
                </a:solidFill>
              </a:defRPr>
            </a:lvl3pPr>
            <a:lvl4pPr>
              <a:defRPr sz="1650" b="1">
                <a:solidFill>
                  <a:srgbClr val="4F7C67"/>
                </a:solidFill>
              </a:defRPr>
            </a:lvl4pPr>
            <a:lvl5pPr>
              <a:defRPr sz="1650" b="1">
                <a:solidFill>
                  <a:srgbClr val="4F7C67"/>
                </a:solidFill>
              </a:defRPr>
            </a:lvl5pPr>
            <a:lvl6pPr>
              <a:defRPr sz="1650" b="1">
                <a:solidFill>
                  <a:srgbClr val="4F7C67"/>
                </a:solidFill>
              </a:defRPr>
            </a:lvl6pPr>
            <a:lvl7pPr>
              <a:defRPr sz="1650" b="1">
                <a:solidFill>
                  <a:srgbClr val="4F7C67"/>
                </a:solidFill>
              </a:defRPr>
            </a:lvl7pPr>
            <a:lvl8pPr>
              <a:defRPr sz="1650" b="1">
                <a:solidFill>
                  <a:srgbClr val="4F7C67"/>
                </a:solidFill>
              </a:defRPr>
            </a:lvl8pPr>
            <a:lvl9pPr>
              <a:defRPr sz="1650" b="1">
                <a:solidFill>
                  <a:srgbClr val="4F7C67"/>
                </a:solidFill>
              </a:defRPr>
            </a:lvl9pPr>
          </a:lstStyle>
          <a:p xmlns:a="http://schemas.openxmlformats.org/drawingml/2006/main">
            <a:pPr>
              <a:defRPr sz="1650" b="1">
                <a:solidFill>
                  <a:srgbClr val="4F7C67"/>
                </a:solidFill>
              </a:defRPr>
            </a:pPr>
            <a:r>
              <a:rPr sz="1650" b="1">
                <a:solidFill>
                  <a:srgbClr val="4F7C67"/>
                </a:solidFill>
              </a:rPr>
              <a:t>svgelements</a:t>
            </a:r>
          </a:p>
        </p:txBody>
      </p:sp>
      <p:sp>
        <p:nvSpPr>
          <p:cNvPr id="9" name="">
            <a:extLst xmlns:a="http://schemas.openxmlformats.org/drawingml/2006/main">
              <a:ext uri="{FF2B5EF4-FFF2-40B4-BE49-F238E27FC236}">
                <a16:creationId xmlns:a16="http://schemas.microsoft.com/office/drawing/2014/main" id="{804690D6-9E9C-4185-839E-68ED3073B00C}"/>
              </a:ext>
            </a:extLst>
          </p:cNvPr>
          <p:cNvSpPr>
            <a:spLocks xmlns:a="http://schemas.openxmlformats.org/drawingml/2006/main" noGrp="1"/>
          </p:cNvSpPr>
          <p:nvPr/>
        </p:nvSpPr>
        <p:spPr>
          <a:xfrm xmlns:a="http://schemas.openxmlformats.org/drawingml/2006/main">
            <a:off x="2952750" y="249555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a:solidFill>
                  <a:srgbClr val="182433"/>
                </a:solidFill>
              </a:defRPr>
            </a:defPPr>
            <a:lvl1pPr>
              <a:defRPr sz="1425">
                <a:solidFill>
                  <a:srgbClr val="182433"/>
                </a:solidFill>
              </a:defRPr>
            </a:lvl1pPr>
            <a:lvl2pPr>
              <a:defRPr sz="1425">
                <a:solidFill>
                  <a:srgbClr val="182433"/>
                </a:solidFill>
              </a:defRPr>
            </a:lvl2pPr>
            <a:lvl3pPr>
              <a:defRPr sz="1425">
                <a:solidFill>
                  <a:srgbClr val="182433"/>
                </a:solidFill>
              </a:defRPr>
            </a:lvl3pPr>
            <a:lvl4pPr>
              <a:defRPr sz="1425">
                <a:solidFill>
                  <a:srgbClr val="182433"/>
                </a:solidFill>
              </a:defRPr>
            </a:lvl4pPr>
            <a:lvl5pPr>
              <a:defRPr sz="1425">
                <a:solidFill>
                  <a:srgbClr val="182433"/>
                </a:solidFill>
              </a:defRPr>
            </a:lvl5pPr>
            <a:lvl6pPr>
              <a:defRPr sz="1425">
                <a:solidFill>
                  <a:srgbClr val="182433"/>
                </a:solidFill>
              </a:defRPr>
            </a:lvl6pPr>
            <a:lvl7pPr>
              <a:defRPr sz="1425">
                <a:solidFill>
                  <a:srgbClr val="182433"/>
                </a:solidFill>
              </a:defRPr>
            </a:lvl7pPr>
            <a:lvl8pPr>
              <a:defRPr sz="1425">
                <a:solidFill>
                  <a:srgbClr val="182433"/>
                </a:solidFill>
              </a:defRPr>
            </a:lvl8pPr>
            <a:lvl9pPr>
              <a:defRPr sz="1425">
                <a:solidFill>
                  <a:srgbClr val="182433"/>
                </a:solidFill>
              </a:defRPr>
            </a:lvl9pPr>
          </a:lstStyle>
          <a:p xmlns:a="http://schemas.openxmlformats.org/drawingml/2006/main">
            <a:pPr>
              <a:defRPr sz="1425">
                <a:solidFill>
                  <a:srgbClr val="182433"/>
                </a:solidFill>
              </a:defRPr>
            </a:pPr>
            <a:r>
              <a:rPr sz="1425">
                <a:solidFill>
                  <a:srgbClr val="182433"/>
                </a:solidFill>
              </a:rPr>
              <a:t>structured path parsing</a:t>
            </a:r>
          </a:p>
        </p:txBody>
      </p:sp>
      <p:sp>
        <p:nvSpPr>
          <p:cNvPr id="10" name="">
            <a:extLst xmlns:a="http://schemas.openxmlformats.org/drawingml/2006/main">
              <a:ext uri="{FF2B5EF4-FFF2-40B4-BE49-F238E27FC236}">
                <a16:creationId xmlns:a16="http://schemas.microsoft.com/office/drawing/2014/main" id="{6DD09B3F-D463-4AED-894E-7CB8C3D8BF08}"/>
              </a:ext>
            </a:extLst>
          </p:cNvPr>
          <p:cNvSpPr>
            <a:spLocks xmlns:a="http://schemas.openxmlformats.org/drawingml/2006/main" noGrp="1"/>
          </p:cNvSpPr>
          <p:nvPr/>
        </p:nvSpPr>
        <p:spPr>
          <a:xfrm xmlns:a="http://schemas.openxmlformats.org/drawingml/2006/main">
            <a:off x="876300" y="32385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4B9CD3"/>
                </a:solidFill>
              </a:defRPr>
            </a:defPPr>
            <a:lvl1pPr>
              <a:defRPr sz="1650" b="1">
                <a:solidFill>
                  <a:srgbClr val="4B9CD3"/>
                </a:solidFill>
              </a:defRPr>
            </a:lvl1pPr>
            <a:lvl2pPr>
              <a:defRPr sz="1650" b="1">
                <a:solidFill>
                  <a:srgbClr val="4B9CD3"/>
                </a:solidFill>
              </a:defRPr>
            </a:lvl2pPr>
            <a:lvl3pPr>
              <a:defRPr sz="1650" b="1">
                <a:solidFill>
                  <a:srgbClr val="4B9CD3"/>
                </a:solidFill>
              </a:defRPr>
            </a:lvl3pPr>
            <a:lvl4pPr>
              <a:defRPr sz="1650" b="1">
                <a:solidFill>
                  <a:srgbClr val="4B9CD3"/>
                </a:solidFill>
              </a:defRPr>
            </a:lvl4pPr>
            <a:lvl5pPr>
              <a:defRPr sz="1650" b="1">
                <a:solidFill>
                  <a:srgbClr val="4B9CD3"/>
                </a:solidFill>
              </a:defRPr>
            </a:lvl5pPr>
            <a:lvl6pPr>
              <a:defRPr sz="1650" b="1">
                <a:solidFill>
                  <a:srgbClr val="4B9CD3"/>
                </a:solidFill>
              </a:defRPr>
            </a:lvl6pPr>
            <a:lvl7pPr>
              <a:defRPr sz="1650" b="1">
                <a:solidFill>
                  <a:srgbClr val="4B9CD3"/>
                </a:solidFill>
              </a:defRPr>
            </a:lvl7pPr>
            <a:lvl8pPr>
              <a:defRPr sz="1650" b="1">
                <a:solidFill>
                  <a:srgbClr val="4B9CD3"/>
                </a:solidFill>
              </a:defRPr>
            </a:lvl8pPr>
            <a:lvl9pPr>
              <a:defRPr sz="1650" b="1">
                <a:solidFill>
                  <a:srgbClr val="4B9CD3"/>
                </a:solidFill>
              </a:defRPr>
            </a:lvl9pPr>
          </a:lstStyle>
          <a:p xmlns:a="http://schemas.openxmlformats.org/drawingml/2006/main">
            <a:pPr>
              <a:defRPr sz="1650" b="1">
                <a:solidFill>
                  <a:srgbClr val="4B9CD3"/>
                </a:solidFill>
              </a:defRPr>
            </a:pPr>
            <a:r>
              <a:rPr sz="1650" b="1">
                <a:solidFill>
                  <a:srgbClr val="4B9CD3"/>
                </a:solidFill>
              </a:rPr>
              <a:t>ezdxf</a:t>
            </a:r>
          </a:p>
        </p:txBody>
      </p:sp>
      <p:sp>
        <p:nvSpPr>
          <p:cNvPr id="11" name="">
            <a:extLst xmlns:a="http://schemas.openxmlformats.org/drawingml/2006/main">
              <a:ext uri="{FF2B5EF4-FFF2-40B4-BE49-F238E27FC236}">
                <a16:creationId xmlns:a16="http://schemas.microsoft.com/office/drawing/2014/main" id="{F7C4F94C-A163-4185-97C2-242189F880D3}"/>
              </a:ext>
            </a:extLst>
          </p:cNvPr>
          <p:cNvSpPr>
            <a:spLocks xmlns:a="http://schemas.openxmlformats.org/drawingml/2006/main" noGrp="1"/>
          </p:cNvSpPr>
          <p:nvPr/>
        </p:nvSpPr>
        <p:spPr>
          <a:xfrm xmlns:a="http://schemas.openxmlformats.org/drawingml/2006/main">
            <a:off x="2952750" y="32385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a:solidFill>
                  <a:srgbClr val="182433"/>
                </a:solidFill>
              </a:defRPr>
            </a:defPPr>
            <a:lvl1pPr>
              <a:defRPr sz="1425">
                <a:solidFill>
                  <a:srgbClr val="182433"/>
                </a:solidFill>
              </a:defRPr>
            </a:lvl1pPr>
            <a:lvl2pPr>
              <a:defRPr sz="1425">
                <a:solidFill>
                  <a:srgbClr val="182433"/>
                </a:solidFill>
              </a:defRPr>
            </a:lvl2pPr>
            <a:lvl3pPr>
              <a:defRPr sz="1425">
                <a:solidFill>
                  <a:srgbClr val="182433"/>
                </a:solidFill>
              </a:defRPr>
            </a:lvl3pPr>
            <a:lvl4pPr>
              <a:defRPr sz="1425">
                <a:solidFill>
                  <a:srgbClr val="182433"/>
                </a:solidFill>
              </a:defRPr>
            </a:lvl4pPr>
            <a:lvl5pPr>
              <a:defRPr sz="1425">
                <a:solidFill>
                  <a:srgbClr val="182433"/>
                </a:solidFill>
              </a:defRPr>
            </a:lvl5pPr>
            <a:lvl6pPr>
              <a:defRPr sz="1425">
                <a:solidFill>
                  <a:srgbClr val="182433"/>
                </a:solidFill>
              </a:defRPr>
            </a:lvl6pPr>
            <a:lvl7pPr>
              <a:defRPr sz="1425">
                <a:solidFill>
                  <a:srgbClr val="182433"/>
                </a:solidFill>
              </a:defRPr>
            </a:lvl7pPr>
            <a:lvl8pPr>
              <a:defRPr sz="1425">
                <a:solidFill>
                  <a:srgbClr val="182433"/>
                </a:solidFill>
              </a:defRPr>
            </a:lvl8pPr>
            <a:lvl9pPr>
              <a:defRPr sz="1425">
                <a:solidFill>
                  <a:srgbClr val="182433"/>
                </a:solidFill>
              </a:defRPr>
            </a:lvl9pPr>
          </a:lstStyle>
          <a:p xmlns:a="http://schemas.openxmlformats.org/drawingml/2006/main">
            <a:pPr>
              <a:defRPr sz="1425">
                <a:solidFill>
                  <a:srgbClr val="182433"/>
                </a:solidFill>
              </a:defRPr>
            </a:pPr>
            <a:r>
              <a:rPr sz="1425">
                <a:solidFill>
                  <a:srgbClr val="182433"/>
                </a:solidFill>
              </a:rPr>
              <a:t>units, layers + native CAD curves</a:t>
            </a:r>
          </a:p>
        </p:txBody>
      </p:sp>
      <p:sp>
        <p:nvSpPr>
          <p:cNvPr id="12" name="">
            <a:extLst xmlns:a="http://schemas.openxmlformats.org/drawingml/2006/main">
              <a:ext uri="{FF2B5EF4-FFF2-40B4-BE49-F238E27FC236}">
                <a16:creationId xmlns:a16="http://schemas.microsoft.com/office/drawing/2014/main" id="{BD0DCD6B-4828-45BB-BADD-7AC6DA21040C}"/>
              </a:ext>
            </a:extLst>
          </p:cNvPr>
          <p:cNvSpPr>
            <a:spLocks xmlns:a="http://schemas.openxmlformats.org/drawingml/2006/main" noGrp="1"/>
          </p:cNvSpPr>
          <p:nvPr/>
        </p:nvSpPr>
        <p:spPr>
          <a:xfrm xmlns:a="http://schemas.openxmlformats.org/drawingml/2006/main">
            <a:off x="876300" y="39814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4F7C67"/>
                </a:solidFill>
              </a:defRPr>
            </a:defPPr>
            <a:lvl1pPr>
              <a:defRPr sz="1650" b="1">
                <a:solidFill>
                  <a:srgbClr val="4F7C67"/>
                </a:solidFill>
              </a:defRPr>
            </a:lvl1pPr>
            <a:lvl2pPr>
              <a:defRPr sz="1650" b="1">
                <a:solidFill>
                  <a:srgbClr val="4F7C67"/>
                </a:solidFill>
              </a:defRPr>
            </a:lvl2pPr>
            <a:lvl3pPr>
              <a:defRPr sz="1650" b="1">
                <a:solidFill>
                  <a:srgbClr val="4F7C67"/>
                </a:solidFill>
              </a:defRPr>
            </a:lvl3pPr>
            <a:lvl4pPr>
              <a:defRPr sz="1650" b="1">
                <a:solidFill>
                  <a:srgbClr val="4F7C67"/>
                </a:solidFill>
              </a:defRPr>
            </a:lvl4pPr>
            <a:lvl5pPr>
              <a:defRPr sz="1650" b="1">
                <a:solidFill>
                  <a:srgbClr val="4F7C67"/>
                </a:solidFill>
              </a:defRPr>
            </a:lvl5pPr>
            <a:lvl6pPr>
              <a:defRPr sz="1650" b="1">
                <a:solidFill>
                  <a:srgbClr val="4F7C67"/>
                </a:solidFill>
              </a:defRPr>
            </a:lvl6pPr>
            <a:lvl7pPr>
              <a:defRPr sz="1650" b="1">
                <a:solidFill>
                  <a:srgbClr val="4F7C67"/>
                </a:solidFill>
              </a:defRPr>
            </a:lvl7pPr>
            <a:lvl8pPr>
              <a:defRPr sz="1650" b="1">
                <a:solidFill>
                  <a:srgbClr val="4F7C67"/>
                </a:solidFill>
              </a:defRPr>
            </a:lvl8pPr>
            <a:lvl9pPr>
              <a:defRPr sz="1650" b="1">
                <a:solidFill>
                  <a:srgbClr val="4F7C67"/>
                </a:solidFill>
              </a:defRPr>
            </a:lvl9pPr>
          </a:lstStyle>
          <a:p xmlns:a="http://schemas.openxmlformats.org/drawingml/2006/main">
            <a:pPr>
              <a:defRPr sz="1650" b="1">
                <a:solidFill>
                  <a:srgbClr val="4F7C67"/>
                </a:solidFill>
              </a:defRPr>
            </a:pPr>
            <a:r>
              <a:rPr sz="1650" b="1">
                <a:solidFill>
                  <a:srgbClr val="4F7C67"/>
                </a:solidFill>
              </a:rPr>
              <a:t>Streamlit</a:t>
            </a:r>
          </a:p>
        </p:txBody>
      </p:sp>
      <p:sp>
        <p:nvSpPr>
          <p:cNvPr id="13" name="">
            <a:extLst xmlns:a="http://schemas.openxmlformats.org/drawingml/2006/main">
              <a:ext uri="{FF2B5EF4-FFF2-40B4-BE49-F238E27FC236}">
                <a16:creationId xmlns:a16="http://schemas.microsoft.com/office/drawing/2014/main" id="{BECF7FA9-34F4-4B05-8F98-A268104726B9}"/>
              </a:ext>
            </a:extLst>
          </p:cNvPr>
          <p:cNvSpPr>
            <a:spLocks xmlns:a="http://schemas.openxmlformats.org/drawingml/2006/main" noGrp="1"/>
          </p:cNvSpPr>
          <p:nvPr/>
        </p:nvSpPr>
        <p:spPr>
          <a:xfrm xmlns:a="http://schemas.openxmlformats.org/drawingml/2006/main">
            <a:off x="2952750" y="398145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a:solidFill>
                  <a:srgbClr val="182433"/>
                </a:solidFill>
              </a:defRPr>
            </a:defPPr>
            <a:lvl1pPr>
              <a:defRPr sz="1425">
                <a:solidFill>
                  <a:srgbClr val="182433"/>
                </a:solidFill>
              </a:defRPr>
            </a:lvl1pPr>
            <a:lvl2pPr>
              <a:defRPr sz="1425">
                <a:solidFill>
                  <a:srgbClr val="182433"/>
                </a:solidFill>
              </a:defRPr>
            </a:lvl2pPr>
            <a:lvl3pPr>
              <a:defRPr sz="1425">
                <a:solidFill>
                  <a:srgbClr val="182433"/>
                </a:solidFill>
              </a:defRPr>
            </a:lvl3pPr>
            <a:lvl4pPr>
              <a:defRPr sz="1425">
                <a:solidFill>
                  <a:srgbClr val="182433"/>
                </a:solidFill>
              </a:defRPr>
            </a:lvl4pPr>
            <a:lvl5pPr>
              <a:defRPr sz="1425">
                <a:solidFill>
                  <a:srgbClr val="182433"/>
                </a:solidFill>
              </a:defRPr>
            </a:lvl5pPr>
            <a:lvl6pPr>
              <a:defRPr sz="1425">
                <a:solidFill>
                  <a:srgbClr val="182433"/>
                </a:solidFill>
              </a:defRPr>
            </a:lvl6pPr>
            <a:lvl7pPr>
              <a:defRPr sz="1425">
                <a:solidFill>
                  <a:srgbClr val="182433"/>
                </a:solidFill>
              </a:defRPr>
            </a:lvl7pPr>
            <a:lvl8pPr>
              <a:defRPr sz="1425">
                <a:solidFill>
                  <a:srgbClr val="182433"/>
                </a:solidFill>
              </a:defRPr>
            </a:lvl8pPr>
            <a:lvl9pPr>
              <a:defRPr sz="1425">
                <a:solidFill>
                  <a:srgbClr val="182433"/>
                </a:solidFill>
              </a:defRPr>
            </a:lvl9pPr>
          </a:lstStyle>
          <a:p xmlns:a="http://schemas.openxmlformats.org/drawingml/2006/main">
            <a:pPr>
              <a:defRPr sz="1425">
                <a:solidFill>
                  <a:srgbClr val="182433"/>
                </a:solidFill>
              </a:defRPr>
            </a:pPr>
            <a:r>
              <a:rPr sz="1425">
                <a:solidFill>
                  <a:srgbClr val="182433"/>
                </a:solidFill>
              </a:rPr>
              <a:t>local browser interface</a:t>
            </a:r>
          </a:p>
        </p:txBody>
      </p:sp>
      <p:sp>
        <p:nvSpPr>
          <p:cNvPr id="14" name="">
            <a:extLst xmlns:a="http://schemas.openxmlformats.org/drawingml/2006/main">
              <a:ext uri="{FF2B5EF4-FFF2-40B4-BE49-F238E27FC236}">
                <a16:creationId xmlns:a16="http://schemas.microsoft.com/office/drawing/2014/main" id="{63451934-BA1C-4C36-B5E2-C808072F7A5D}"/>
              </a:ext>
            </a:extLst>
          </p:cNvPr>
          <p:cNvSpPr>
            <a:spLocks xmlns:a="http://schemas.openxmlformats.org/drawingml/2006/main" noGrp="1"/>
          </p:cNvSpPr>
          <p:nvPr/>
        </p:nvSpPr>
        <p:spPr>
          <a:xfrm xmlns:a="http://schemas.openxmlformats.org/drawingml/2006/main">
            <a:off x="876300" y="47244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4B9CD3"/>
                </a:solidFill>
              </a:defRPr>
            </a:defPPr>
            <a:lvl1pPr>
              <a:defRPr sz="1650" b="1">
                <a:solidFill>
                  <a:srgbClr val="4B9CD3"/>
                </a:solidFill>
              </a:defRPr>
            </a:lvl1pPr>
            <a:lvl2pPr>
              <a:defRPr sz="1650" b="1">
                <a:solidFill>
                  <a:srgbClr val="4B9CD3"/>
                </a:solidFill>
              </a:defRPr>
            </a:lvl2pPr>
            <a:lvl3pPr>
              <a:defRPr sz="1650" b="1">
                <a:solidFill>
                  <a:srgbClr val="4B9CD3"/>
                </a:solidFill>
              </a:defRPr>
            </a:lvl3pPr>
            <a:lvl4pPr>
              <a:defRPr sz="1650" b="1">
                <a:solidFill>
                  <a:srgbClr val="4B9CD3"/>
                </a:solidFill>
              </a:defRPr>
            </a:lvl4pPr>
            <a:lvl5pPr>
              <a:defRPr sz="1650" b="1">
                <a:solidFill>
                  <a:srgbClr val="4B9CD3"/>
                </a:solidFill>
              </a:defRPr>
            </a:lvl5pPr>
            <a:lvl6pPr>
              <a:defRPr sz="1650" b="1">
                <a:solidFill>
                  <a:srgbClr val="4B9CD3"/>
                </a:solidFill>
              </a:defRPr>
            </a:lvl6pPr>
            <a:lvl7pPr>
              <a:defRPr sz="1650" b="1">
                <a:solidFill>
                  <a:srgbClr val="4B9CD3"/>
                </a:solidFill>
              </a:defRPr>
            </a:lvl7pPr>
            <a:lvl8pPr>
              <a:defRPr sz="1650" b="1">
                <a:solidFill>
                  <a:srgbClr val="4B9CD3"/>
                </a:solidFill>
              </a:defRPr>
            </a:lvl8pPr>
            <a:lvl9pPr>
              <a:defRPr sz="1650" b="1">
                <a:solidFill>
                  <a:srgbClr val="4B9CD3"/>
                </a:solidFill>
              </a:defRPr>
            </a:lvl9pPr>
          </a:lstStyle>
          <a:p xmlns:a="http://schemas.openxmlformats.org/drawingml/2006/main">
            <a:pPr>
              <a:defRPr sz="1650" b="1">
                <a:solidFill>
                  <a:srgbClr val="4B9CD3"/>
                </a:solidFill>
              </a:defRPr>
            </a:pPr>
            <a:r>
              <a:rPr sz="1650" b="1">
                <a:solidFill>
                  <a:srgbClr val="4B9CD3"/>
                </a:solidFill>
              </a:rPr>
              <a:t>uv</a:t>
            </a:r>
          </a:p>
        </p:txBody>
      </p:sp>
      <p:sp>
        <p:nvSpPr>
          <p:cNvPr id="15" name="">
            <a:extLst xmlns:a="http://schemas.openxmlformats.org/drawingml/2006/main">
              <a:ext uri="{FF2B5EF4-FFF2-40B4-BE49-F238E27FC236}">
                <a16:creationId xmlns:a16="http://schemas.microsoft.com/office/drawing/2014/main" id="{E7ED6F71-3FB9-4402-80A1-CE258FD0FC05}"/>
              </a:ext>
            </a:extLst>
          </p:cNvPr>
          <p:cNvSpPr>
            <a:spLocks xmlns:a="http://schemas.openxmlformats.org/drawingml/2006/main" noGrp="1"/>
          </p:cNvSpPr>
          <p:nvPr/>
        </p:nvSpPr>
        <p:spPr>
          <a:xfrm xmlns:a="http://schemas.openxmlformats.org/drawingml/2006/main">
            <a:off x="2952750" y="47244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a:solidFill>
                  <a:srgbClr val="182433"/>
                </a:solidFill>
              </a:defRPr>
            </a:defPPr>
            <a:lvl1pPr>
              <a:defRPr sz="1425">
                <a:solidFill>
                  <a:srgbClr val="182433"/>
                </a:solidFill>
              </a:defRPr>
            </a:lvl1pPr>
            <a:lvl2pPr>
              <a:defRPr sz="1425">
                <a:solidFill>
                  <a:srgbClr val="182433"/>
                </a:solidFill>
              </a:defRPr>
            </a:lvl2pPr>
            <a:lvl3pPr>
              <a:defRPr sz="1425">
                <a:solidFill>
                  <a:srgbClr val="182433"/>
                </a:solidFill>
              </a:defRPr>
            </a:lvl3pPr>
            <a:lvl4pPr>
              <a:defRPr sz="1425">
                <a:solidFill>
                  <a:srgbClr val="182433"/>
                </a:solidFill>
              </a:defRPr>
            </a:lvl4pPr>
            <a:lvl5pPr>
              <a:defRPr sz="1425">
                <a:solidFill>
                  <a:srgbClr val="182433"/>
                </a:solidFill>
              </a:defRPr>
            </a:lvl5pPr>
            <a:lvl6pPr>
              <a:defRPr sz="1425">
                <a:solidFill>
                  <a:srgbClr val="182433"/>
                </a:solidFill>
              </a:defRPr>
            </a:lvl6pPr>
            <a:lvl7pPr>
              <a:defRPr sz="1425">
                <a:solidFill>
                  <a:srgbClr val="182433"/>
                </a:solidFill>
              </a:defRPr>
            </a:lvl7pPr>
            <a:lvl8pPr>
              <a:defRPr sz="1425">
                <a:solidFill>
                  <a:srgbClr val="182433"/>
                </a:solidFill>
              </a:defRPr>
            </a:lvl8pPr>
            <a:lvl9pPr>
              <a:defRPr sz="1425">
                <a:solidFill>
                  <a:srgbClr val="182433"/>
                </a:solidFill>
              </a:defRPr>
            </a:lvl9pPr>
          </a:lstStyle>
          <a:p xmlns:a="http://schemas.openxmlformats.org/drawingml/2006/main">
            <a:pPr>
              <a:defRPr sz="1425">
                <a:solidFill>
                  <a:srgbClr val="182433"/>
                </a:solidFill>
              </a:defRPr>
            </a:pPr>
            <a:r>
              <a:rPr sz="1425">
                <a:solidFill>
                  <a:srgbClr val="182433"/>
                </a:solidFill>
              </a:rPr>
              <a:t>locked environment + commands</a:t>
            </a:r>
          </a:p>
        </p:txBody>
      </p:sp>
      <p:sp>
        <p:nvSpPr>
          <p:cNvPr id="16" name="">
            <a:extLst xmlns:a="http://schemas.openxmlformats.org/drawingml/2006/main">
              <a:ext uri="{FF2B5EF4-FFF2-40B4-BE49-F238E27FC236}">
                <a16:creationId xmlns:a16="http://schemas.microsoft.com/office/drawing/2014/main" id="{EFFB8495-E865-4E01-BAF2-BC9F8DCF3599}"/>
              </a:ext>
            </a:extLst>
          </p:cNvPr>
          <p:cNvSpPr>
            <a:spLocks xmlns:a="http://schemas.openxmlformats.org/drawingml/2006/main" noGrp="1"/>
          </p:cNvSpPr>
          <p:nvPr/>
        </p:nvSpPr>
        <p:spPr>
          <a:xfrm xmlns:a="http://schemas.openxmlformats.org/drawingml/2006/main">
            <a:off x="7715250" y="1809750"/>
            <a:ext cx="3143250" cy="3143250"/>
          </a:xfrm>
          <a:prstGeom xmlns:a="http://schemas.openxmlformats.org/drawingml/2006/main" prst="roundRect">
            <a:avLst>
              <a:gd name="adj" fmla="val 3636"/>
            </a:avLst>
          </a:prstGeom>
          <a:solidFill xmlns:a="http://schemas.openxmlformats.org/drawingml/2006/main">
            <a:srgbClr val="13294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5A5F3EF-41EA-4F48-BEE9-C8F05B13FA4C}"/>
              </a:ext>
            </a:extLst>
          </p:cNvPr>
          <p:cNvSpPr>
            <a:spLocks xmlns:a="http://schemas.openxmlformats.org/drawingml/2006/main" noGrp="1"/>
          </p:cNvSpPr>
          <p:nvPr/>
        </p:nvSpPr>
        <p:spPr>
          <a:xfrm xmlns:a="http://schemas.openxmlformats.org/drawingml/2006/main">
            <a:off x="8191500" y="219075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5850" b="1">
                <a:solidFill>
                  <a:srgbClr val="FFFFFF"/>
                </a:solidFill>
              </a:defRPr>
            </a:defPPr>
            <a:lvl1pPr>
              <a:defRPr sz="5850" b="1">
                <a:solidFill>
                  <a:srgbClr val="FFFFFF"/>
                </a:solidFill>
              </a:defRPr>
            </a:lvl1pPr>
            <a:lvl2pPr>
              <a:defRPr sz="5850" b="1">
                <a:solidFill>
                  <a:srgbClr val="FFFFFF"/>
                </a:solidFill>
              </a:defRPr>
            </a:lvl2pPr>
            <a:lvl3pPr>
              <a:defRPr sz="5850" b="1">
                <a:solidFill>
                  <a:srgbClr val="FFFFFF"/>
                </a:solidFill>
              </a:defRPr>
            </a:lvl3pPr>
            <a:lvl4pPr>
              <a:defRPr sz="5850" b="1">
                <a:solidFill>
                  <a:srgbClr val="FFFFFF"/>
                </a:solidFill>
              </a:defRPr>
            </a:lvl4pPr>
            <a:lvl5pPr>
              <a:defRPr sz="5850" b="1">
                <a:solidFill>
                  <a:srgbClr val="FFFFFF"/>
                </a:solidFill>
              </a:defRPr>
            </a:lvl5pPr>
            <a:lvl6pPr>
              <a:defRPr sz="5850" b="1">
                <a:solidFill>
                  <a:srgbClr val="FFFFFF"/>
                </a:solidFill>
              </a:defRPr>
            </a:lvl6pPr>
            <a:lvl7pPr>
              <a:defRPr sz="5850" b="1">
                <a:solidFill>
                  <a:srgbClr val="FFFFFF"/>
                </a:solidFill>
              </a:defRPr>
            </a:lvl7pPr>
            <a:lvl8pPr>
              <a:defRPr sz="5850" b="1">
                <a:solidFill>
                  <a:srgbClr val="FFFFFF"/>
                </a:solidFill>
              </a:defRPr>
            </a:lvl8pPr>
            <a:lvl9pPr>
              <a:defRPr sz="5850" b="1">
                <a:solidFill>
                  <a:srgbClr val="FFFFFF"/>
                </a:solidFill>
              </a:defRPr>
            </a:lvl9pPr>
          </a:lstStyle>
          <a:p xmlns:a="http://schemas.openxmlformats.org/drawingml/2006/main">
            <a:pPr>
              <a:defRPr sz="5850" b="1">
                <a:solidFill>
                  <a:srgbClr val="FFFFFF"/>
                </a:solidFill>
              </a:defRPr>
            </a:pPr>
            <a:r>
              <a:rPr sz="5850" b="1">
                <a:solidFill>
                  <a:srgbClr val="FFFFFF"/>
                </a:solidFill>
              </a:rPr>
              <a:t>17</a:t>
            </a:r>
          </a:p>
        </p:txBody>
      </p:sp>
      <p:sp>
        <p:nvSpPr>
          <p:cNvPr id="18" name="">
            <a:extLst xmlns:a="http://schemas.openxmlformats.org/drawingml/2006/main">
              <a:ext uri="{FF2B5EF4-FFF2-40B4-BE49-F238E27FC236}">
                <a16:creationId xmlns:a16="http://schemas.microsoft.com/office/drawing/2014/main" id="{E5423E45-0635-48ED-A5CC-9B774A2D4DA6}"/>
              </a:ext>
            </a:extLst>
          </p:cNvPr>
          <p:cNvSpPr>
            <a:spLocks xmlns:a="http://schemas.openxmlformats.org/drawingml/2006/main" noGrp="1"/>
          </p:cNvSpPr>
          <p:nvPr/>
        </p:nvSpPr>
        <p:spPr>
          <a:xfrm xmlns:a="http://schemas.openxmlformats.org/drawingml/2006/main">
            <a:off x="8096250" y="32385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DDEFF8"/>
                </a:solidFill>
              </a:defRPr>
            </a:defPPr>
            <a:lvl1pPr>
              <a:defRPr sz="1575" b="1">
                <a:solidFill>
                  <a:srgbClr val="DDEFF8"/>
                </a:solidFill>
              </a:defRPr>
            </a:lvl1pPr>
            <a:lvl2pPr>
              <a:defRPr sz="1575" b="1">
                <a:solidFill>
                  <a:srgbClr val="DDEFF8"/>
                </a:solidFill>
              </a:defRPr>
            </a:lvl2pPr>
            <a:lvl3pPr>
              <a:defRPr sz="1575" b="1">
                <a:solidFill>
                  <a:srgbClr val="DDEFF8"/>
                </a:solidFill>
              </a:defRPr>
            </a:lvl3pPr>
            <a:lvl4pPr>
              <a:defRPr sz="1575" b="1">
                <a:solidFill>
                  <a:srgbClr val="DDEFF8"/>
                </a:solidFill>
              </a:defRPr>
            </a:lvl4pPr>
            <a:lvl5pPr>
              <a:defRPr sz="1575" b="1">
                <a:solidFill>
                  <a:srgbClr val="DDEFF8"/>
                </a:solidFill>
              </a:defRPr>
            </a:lvl5pPr>
            <a:lvl6pPr>
              <a:defRPr sz="1575" b="1">
                <a:solidFill>
                  <a:srgbClr val="DDEFF8"/>
                </a:solidFill>
              </a:defRPr>
            </a:lvl6pPr>
            <a:lvl7pPr>
              <a:defRPr sz="1575" b="1">
                <a:solidFill>
                  <a:srgbClr val="DDEFF8"/>
                </a:solidFill>
              </a:defRPr>
            </a:lvl7pPr>
            <a:lvl8pPr>
              <a:defRPr sz="1575" b="1">
                <a:solidFill>
                  <a:srgbClr val="DDEFF8"/>
                </a:solidFill>
              </a:defRPr>
            </a:lvl8pPr>
            <a:lvl9pPr>
              <a:defRPr sz="1575" b="1">
                <a:solidFill>
                  <a:srgbClr val="DDEFF8"/>
                </a:solidFill>
              </a:defRPr>
            </a:lvl9pPr>
          </a:lstStyle>
          <a:p xmlns:a="http://schemas.openxmlformats.org/drawingml/2006/main">
            <a:pPr>
              <a:defRPr sz="1575" b="1">
                <a:solidFill>
                  <a:srgbClr val="DDEFF8"/>
                </a:solidFill>
              </a:defRPr>
            </a:pPr>
            <a:r>
              <a:rPr sz="1575" b="1">
                <a:solidFill>
                  <a:srgbClr val="DDEFF8"/>
                </a:solidFill>
              </a:rPr>
              <a:t>automated tests</a:t>
            </a:r>
          </a:p>
        </p:txBody>
      </p:sp>
      <p:sp>
        <p:nvSpPr>
          <p:cNvPr id="19" name="">
            <a:extLst xmlns:a="http://schemas.openxmlformats.org/drawingml/2006/main">
              <a:ext uri="{FF2B5EF4-FFF2-40B4-BE49-F238E27FC236}">
                <a16:creationId xmlns:a16="http://schemas.microsoft.com/office/drawing/2014/main" id="{B9155F74-9382-4220-B623-C84A5B67047F}"/>
              </a:ext>
            </a:extLst>
          </p:cNvPr>
          <p:cNvSpPr>
            <a:spLocks xmlns:a="http://schemas.openxmlformats.org/drawingml/2006/main" noGrp="1"/>
          </p:cNvSpPr>
          <p:nvPr/>
        </p:nvSpPr>
        <p:spPr>
          <a:xfrm xmlns:a="http://schemas.openxmlformats.org/drawingml/2006/main">
            <a:off x="7943850" y="3924300"/>
            <a:ext cx="2686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a:solidFill>
                  <a:srgbClr val="FFFFFF"/>
                </a:solidFill>
              </a:defRPr>
            </a:defPPr>
            <a:lvl1pPr>
              <a:defRPr sz="1350">
                <a:solidFill>
                  <a:srgbClr val="FFFFFF"/>
                </a:solidFill>
              </a:defRPr>
            </a:lvl1pPr>
            <a:lvl2pPr>
              <a:defRPr sz="1350">
                <a:solidFill>
                  <a:srgbClr val="FFFFFF"/>
                </a:solidFill>
              </a:defRPr>
            </a:lvl2pPr>
            <a:lvl3pPr>
              <a:defRPr sz="1350">
                <a:solidFill>
                  <a:srgbClr val="FFFFFF"/>
                </a:solidFill>
              </a:defRPr>
            </a:lvl3pPr>
            <a:lvl4pPr>
              <a:defRPr sz="1350">
                <a:solidFill>
                  <a:srgbClr val="FFFFFF"/>
                </a:solidFill>
              </a:defRPr>
            </a:lvl4pPr>
            <a:lvl5pPr>
              <a:defRPr sz="1350">
                <a:solidFill>
                  <a:srgbClr val="FFFFFF"/>
                </a:solidFill>
              </a:defRPr>
            </a:lvl5pPr>
            <a:lvl6pPr>
              <a:defRPr sz="1350">
                <a:solidFill>
                  <a:srgbClr val="FFFFFF"/>
                </a:solidFill>
              </a:defRPr>
            </a:lvl6pPr>
            <a:lvl7pPr>
              <a:defRPr sz="1350">
                <a:solidFill>
                  <a:srgbClr val="FFFFFF"/>
                </a:solidFill>
              </a:defRPr>
            </a:lvl7pPr>
            <a:lvl8pPr>
              <a:defRPr sz="1350">
                <a:solidFill>
                  <a:srgbClr val="FFFFFF"/>
                </a:solidFill>
              </a:defRPr>
            </a:lvl8pPr>
            <a:lvl9pPr>
              <a:defRPr sz="1350">
                <a:solidFill>
                  <a:srgbClr val="FFFFFF"/>
                </a:solidFill>
              </a:defRPr>
            </a:lvl9pPr>
          </a:lstStyle>
          <a:p xmlns:a="http://schemas.openxmlformats.org/drawingml/2006/main">
            <a:pPr>
              <a:defRPr sz="1350">
                <a:solidFill>
                  <a:srgbClr val="FFFFFF"/>
                </a:solidFill>
              </a:defRPr>
            </a:pPr>
            <a:r>
              <a:rPr sz="1350">
                <a:solidFill>
                  <a:srgbClr val="FFFFFF"/>
                </a:solidFill>
              </a:rPr>
              <a:t>Windows  ·  Linux  ·  macOS</a:t>
            </a:r>
          </a:p>
          <a:p xmlns:a="http://schemas.openxmlformats.org/drawingml/2006/main">
            <a:pPr>
              <a:defRPr sz="1350">
                <a:solidFill>
                  <a:srgbClr val="FFFFFF"/>
                </a:solidFill>
              </a:defRPr>
            </a:pPr>
            <a:r>
              <a:rPr sz="1350">
                <a:solidFill>
                  <a:srgbClr val="FFFFFF"/>
                </a:solidFill>
              </a:rPr>
              <a:t>Python 3.11  ·  3.12  ·  3.13</a:t>
            </a:r>
          </a:p>
        </p:txBody>
      </p:sp>
      <p:sp>
        <p:nvSpPr>
          <p:cNvPr id="20" name="">
            <a:extLst xmlns:a="http://schemas.openxmlformats.org/drawingml/2006/main">
              <a:ext uri="{FF2B5EF4-FFF2-40B4-BE49-F238E27FC236}">
                <a16:creationId xmlns:a16="http://schemas.microsoft.com/office/drawing/2014/main" id="{FDC3FD7B-A76A-428B-887D-BBBFBEE067FD}"/>
              </a:ext>
            </a:extLst>
          </p:cNvPr>
          <p:cNvSpPr>
            <a:spLocks xmlns:a="http://schemas.openxmlformats.org/drawingml/2006/main" noGrp="1"/>
          </p:cNvSpPr>
          <p:nvPr/>
        </p:nvSpPr>
        <p:spPr>
          <a:xfrm xmlns:a="http://schemas.openxmlformats.org/drawingml/2006/main">
            <a:off x="876300" y="5772150"/>
            <a:ext cx="971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536579"/>
                </a:solidFill>
              </a:defRPr>
            </a:defPPr>
            <a:lvl1pPr>
              <a:defRPr sz="1350" b="1">
                <a:solidFill>
                  <a:srgbClr val="536579"/>
                </a:solidFill>
              </a:defRPr>
            </a:lvl1pPr>
            <a:lvl2pPr>
              <a:defRPr sz="1350" b="1">
                <a:solidFill>
                  <a:srgbClr val="536579"/>
                </a:solidFill>
              </a:defRPr>
            </a:lvl2pPr>
            <a:lvl3pPr>
              <a:defRPr sz="1350" b="1">
                <a:solidFill>
                  <a:srgbClr val="536579"/>
                </a:solidFill>
              </a:defRPr>
            </a:lvl3pPr>
            <a:lvl4pPr>
              <a:defRPr sz="1350" b="1">
                <a:solidFill>
                  <a:srgbClr val="536579"/>
                </a:solidFill>
              </a:defRPr>
            </a:lvl4pPr>
            <a:lvl5pPr>
              <a:defRPr sz="1350" b="1">
                <a:solidFill>
                  <a:srgbClr val="536579"/>
                </a:solidFill>
              </a:defRPr>
            </a:lvl5pPr>
            <a:lvl6pPr>
              <a:defRPr sz="1350" b="1">
                <a:solidFill>
                  <a:srgbClr val="536579"/>
                </a:solidFill>
              </a:defRPr>
            </a:lvl6pPr>
            <a:lvl7pPr>
              <a:defRPr sz="1350" b="1">
                <a:solidFill>
                  <a:srgbClr val="536579"/>
                </a:solidFill>
              </a:defRPr>
            </a:lvl7pPr>
            <a:lvl8pPr>
              <a:defRPr sz="1350" b="1">
                <a:solidFill>
                  <a:srgbClr val="536579"/>
                </a:solidFill>
              </a:defRPr>
            </a:lvl8pPr>
            <a:lvl9pPr>
              <a:defRPr sz="1350" b="1">
                <a:solidFill>
                  <a:srgbClr val="536579"/>
                </a:solidFill>
              </a:defRPr>
            </a:lvl9pPr>
          </a:lstStyle>
          <a:p xmlns:a="http://schemas.openxmlformats.org/drawingml/2006/main">
            <a:pPr>
              <a:defRPr sz="1350" b="1">
                <a:solidFill>
                  <a:srgbClr val="536579"/>
                </a:solidFill>
              </a:defRPr>
            </a:pPr>
            <a:r>
              <a:rPr sz="1350" b="1">
                <a:solidFill>
                  <a:srgbClr val="536579"/>
                </a:solidFill>
              </a:rPr>
              <a:t>Pillow decodes uploads. It does not trace logo boundaries.</a:t>
            </a:r>
          </a:p>
        </p:txBody>
      </p:sp>
    </p:spTree>
    <p:extLst>
      <p:ext uri="{BB962C8B-B14F-4D97-AF65-F5344CB8AC3E}">
        <p14:creationId xmlns:p14="http://schemas.microsoft.com/office/powerpoint/2010/main" val="1015379973"/>
      </p:ext>
    </p:extLst>
  </p:cSld>
</p:sld>
</file>

<file path=ppt/slides/slide1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C033EA9-841A-4E7A-B0C0-C42C71A5DF0E}"/>
              </a:ext>
            </a:extLst>
          </p:cNvPr>
          <p:cNvSpPr>
            <a:spLocks xmlns:a="http://schemas.openxmlformats.org/drawingml/2006/main" noGrp="1"/>
          </p:cNvSpPr>
          <p:nvPr/>
        </p:nvSpPr>
        <p:spPr>
          <a:xfrm xmlns:a="http://schemas.openxmlformats.org/drawingml/2006/main">
            <a:off x="68580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9CD3"/>
                </a:solidFill>
              </a:defRPr>
            </a:defPPr>
            <a:lvl1pPr>
              <a:defRPr sz="975" b="1">
                <a:solidFill>
                  <a:srgbClr val="4B9CD3"/>
                </a:solidFill>
              </a:defRPr>
            </a:lvl1pPr>
            <a:lvl2pPr>
              <a:defRPr sz="975" b="1">
                <a:solidFill>
                  <a:srgbClr val="4B9CD3"/>
                </a:solidFill>
              </a:defRPr>
            </a:lvl2pPr>
            <a:lvl3pPr>
              <a:defRPr sz="975" b="1">
                <a:solidFill>
                  <a:srgbClr val="4B9CD3"/>
                </a:solidFill>
              </a:defRPr>
            </a:lvl3pPr>
            <a:lvl4pPr>
              <a:defRPr sz="975" b="1">
                <a:solidFill>
                  <a:srgbClr val="4B9CD3"/>
                </a:solidFill>
              </a:defRPr>
            </a:lvl4pPr>
            <a:lvl5pPr>
              <a:defRPr sz="975" b="1">
                <a:solidFill>
                  <a:srgbClr val="4B9CD3"/>
                </a:solidFill>
              </a:defRPr>
            </a:lvl5pPr>
            <a:lvl6pPr>
              <a:defRPr sz="975" b="1">
                <a:solidFill>
                  <a:srgbClr val="4B9CD3"/>
                </a:solidFill>
              </a:defRPr>
            </a:lvl6pPr>
            <a:lvl7pPr>
              <a:defRPr sz="975" b="1">
                <a:solidFill>
                  <a:srgbClr val="4B9CD3"/>
                </a:solidFill>
              </a:defRPr>
            </a:lvl7pPr>
            <a:lvl8pPr>
              <a:defRPr sz="975" b="1">
                <a:solidFill>
                  <a:srgbClr val="4B9CD3"/>
                </a:solidFill>
              </a:defRPr>
            </a:lvl8pPr>
            <a:lvl9pPr>
              <a:defRPr sz="975" b="1">
                <a:solidFill>
                  <a:srgbClr val="4B9CD3"/>
                </a:solidFill>
              </a:defRPr>
            </a:lvl9pPr>
          </a:lstStyle>
          <a:p xmlns:a="http://schemas.openxmlformats.org/drawingml/2006/main">
            <a:pPr>
              <a:defRPr sz="975" b="1">
                <a:solidFill>
                  <a:srgbClr val="4B9CD3"/>
                </a:solidFill>
              </a:defRPr>
            </a:pPr>
            <a:r>
              <a:rPr sz="975" b="1">
                <a:solidFill>
                  <a:srgbClr val="4B9CD3"/>
                </a:solidFill>
              </a:rPr>
              <a:t>IMAGE VECTORIZATION</a:t>
            </a:r>
          </a:p>
        </p:txBody>
      </p:sp>
      <p:sp>
        <p:nvSpPr>
          <p:cNvPr id="2" name="">
            <a:extLst xmlns:a="http://schemas.openxmlformats.org/drawingml/2006/main">
              <a:ext uri="{FF2B5EF4-FFF2-40B4-BE49-F238E27FC236}">
                <a16:creationId xmlns:a16="http://schemas.microsoft.com/office/drawing/2014/main" id="{CDEB3A0E-D86C-4BD3-8271-4BF03DCA791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13294B"/>
                </a:solidFill>
              </a:defRPr>
            </a:defPPr>
            <a:lvl1pPr>
              <a:defRPr sz="2700" b="1">
                <a:solidFill>
                  <a:srgbClr val="13294B"/>
                </a:solidFill>
              </a:defRPr>
            </a:lvl1pPr>
            <a:lvl2pPr>
              <a:defRPr sz="2700" b="1">
                <a:solidFill>
                  <a:srgbClr val="13294B"/>
                </a:solidFill>
              </a:defRPr>
            </a:lvl2pPr>
            <a:lvl3pPr>
              <a:defRPr sz="2700" b="1">
                <a:solidFill>
                  <a:srgbClr val="13294B"/>
                </a:solidFill>
              </a:defRPr>
            </a:lvl3pPr>
            <a:lvl4pPr>
              <a:defRPr sz="2700" b="1">
                <a:solidFill>
                  <a:srgbClr val="13294B"/>
                </a:solidFill>
              </a:defRPr>
            </a:lvl4pPr>
            <a:lvl5pPr>
              <a:defRPr sz="2700" b="1">
                <a:solidFill>
                  <a:srgbClr val="13294B"/>
                </a:solidFill>
              </a:defRPr>
            </a:lvl5pPr>
            <a:lvl6pPr>
              <a:defRPr sz="2700" b="1">
                <a:solidFill>
                  <a:srgbClr val="13294B"/>
                </a:solidFill>
              </a:defRPr>
            </a:lvl6pPr>
            <a:lvl7pPr>
              <a:defRPr sz="2700" b="1">
                <a:solidFill>
                  <a:srgbClr val="13294B"/>
                </a:solidFill>
              </a:defRPr>
            </a:lvl7pPr>
            <a:lvl8pPr>
              <a:defRPr sz="2700" b="1">
                <a:solidFill>
                  <a:srgbClr val="13294B"/>
                </a:solidFill>
              </a:defRPr>
            </a:lvl8pPr>
            <a:lvl9pPr>
              <a:defRPr sz="2700" b="1">
                <a:solidFill>
                  <a:srgbClr val="13294B"/>
                </a:solidFill>
              </a:defRPr>
            </a:lvl9pPr>
          </a:lstStyle>
          <a:p xmlns:a="http://schemas.openxmlformats.org/drawingml/2006/main">
            <a:pPr>
              <a:defRPr sz="2700" b="1">
                <a:solidFill>
                  <a:srgbClr val="13294B"/>
                </a:solidFill>
              </a:defRPr>
            </a:pPr>
            <a:r>
              <a:rPr sz="2700" b="1">
                <a:solidFill>
                  <a:srgbClr val="13294B"/>
                </a:solidFill>
              </a:rPr>
              <a:t>Repeat the tutorial</a:t>
            </a:r>
          </a:p>
        </p:txBody>
      </p:sp>
      <p:sp>
        <p:nvSpPr>
          <p:cNvPr id="3" name="">
            <a:extLst xmlns:a="http://schemas.openxmlformats.org/drawingml/2006/main">
              <a:ext uri="{FF2B5EF4-FFF2-40B4-BE49-F238E27FC236}">
                <a16:creationId xmlns:a16="http://schemas.microsoft.com/office/drawing/2014/main" id="{3D1E1A2B-0D00-48DC-89C1-23DED14026D0}"/>
              </a:ext>
            </a:extLst>
          </p:cNvPr>
          <p:cNvSpPr>
            <a:spLocks xmlns:a="http://schemas.openxmlformats.org/drawingml/2006/main" noGrp="1"/>
          </p:cNvSpPr>
          <p:nvPr/>
        </p:nvSpPr>
        <p:spPr>
          <a:xfrm xmlns:a="http://schemas.openxmlformats.org/drawingml/2006/main">
            <a:off x="685800" y="1381125"/>
            <a:ext cx="876300" cy="47625"/>
          </a:xfrm>
          <a:prstGeom xmlns:a="http://schemas.openxmlformats.org/drawingml/2006/main" prst="rect">
            <a:avLst/>
          </a:prstGeom>
          <a:solidFill xmlns:a="http://schemas.openxmlformats.org/drawingml/2006/main">
            <a:srgbClr val="4B9C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CA3C08-10AA-43A4-A592-B26D67593BA1}"/>
              </a:ext>
            </a:extLst>
          </p:cNvPr>
          <p:cNvSpPr>
            <a:spLocks xmlns:a="http://schemas.openxmlformats.org/drawingml/2006/main" noGrp="1"/>
          </p:cNvSpPr>
          <p:nvPr/>
        </p:nvSpPr>
        <p:spPr>
          <a:xfrm xmlns:a="http://schemas.openxmlformats.org/drawingml/2006/main">
            <a:off x="11144250" y="400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579"/>
                </a:solidFill>
              </a:defRPr>
            </a:defPPr>
            <a:lvl1pPr>
              <a:defRPr sz="975" b="1">
                <a:solidFill>
                  <a:srgbClr val="536579"/>
                </a:solidFill>
              </a:defRPr>
            </a:lvl1pPr>
            <a:lvl2pPr>
              <a:defRPr sz="975" b="1">
                <a:solidFill>
                  <a:srgbClr val="536579"/>
                </a:solidFill>
              </a:defRPr>
            </a:lvl2pPr>
            <a:lvl3pPr>
              <a:defRPr sz="975" b="1">
                <a:solidFill>
                  <a:srgbClr val="536579"/>
                </a:solidFill>
              </a:defRPr>
            </a:lvl3pPr>
            <a:lvl4pPr>
              <a:defRPr sz="975" b="1">
                <a:solidFill>
                  <a:srgbClr val="536579"/>
                </a:solidFill>
              </a:defRPr>
            </a:lvl4pPr>
            <a:lvl5pPr>
              <a:defRPr sz="975" b="1">
                <a:solidFill>
                  <a:srgbClr val="536579"/>
                </a:solidFill>
              </a:defRPr>
            </a:lvl5pPr>
            <a:lvl6pPr>
              <a:defRPr sz="975" b="1">
                <a:solidFill>
                  <a:srgbClr val="536579"/>
                </a:solidFill>
              </a:defRPr>
            </a:lvl6pPr>
            <a:lvl7pPr>
              <a:defRPr sz="975" b="1">
                <a:solidFill>
                  <a:srgbClr val="536579"/>
                </a:solidFill>
              </a:defRPr>
            </a:lvl7pPr>
            <a:lvl8pPr>
              <a:defRPr sz="975" b="1">
                <a:solidFill>
                  <a:srgbClr val="536579"/>
                </a:solidFill>
              </a:defRPr>
            </a:lvl8pPr>
            <a:lvl9pPr>
              <a:defRPr sz="975" b="1">
                <a:solidFill>
                  <a:srgbClr val="536579"/>
                </a:solidFill>
              </a:defRPr>
            </a:lvl9pPr>
          </a:lstStyle>
          <a:p xmlns:a="http://schemas.openxmlformats.org/drawingml/2006/main">
            <a:pPr>
              <a:defRPr sz="975" b="1">
                <a:solidFill>
                  <a:srgbClr val="536579"/>
                </a:solidFill>
              </a:defRPr>
            </a:pPr>
            <a:r>
              <a:rPr sz="975" b="1">
                <a:solidFill>
                  <a:srgbClr val="536579"/>
                </a:solidFill>
              </a:rPr>
              <a:t>12</a:t>
            </a:r>
          </a:p>
        </p:txBody>
      </p:sp>
      <p:sp>
        <p:nvSpPr>
          <p:cNvPr id="5" name="">
            <a:extLst xmlns:a="http://schemas.openxmlformats.org/drawingml/2006/main">
              <a:ext uri="{FF2B5EF4-FFF2-40B4-BE49-F238E27FC236}">
                <a16:creationId xmlns:a16="http://schemas.microsoft.com/office/drawing/2014/main" id="{3E3DF292-332D-44E2-9062-E7B6DC03C1B7}"/>
              </a:ext>
            </a:extLst>
          </p:cNvPr>
          <p:cNvSpPr>
            <a:spLocks xmlns:a="http://schemas.openxmlformats.org/drawingml/2006/main" noGrp="1"/>
          </p:cNvSpPr>
          <p:nvPr/>
        </p:nvSpPr>
        <p:spPr>
          <a:xfrm xmlns:a="http://schemas.openxmlformats.org/drawingml/2006/main">
            <a:off x="685800" y="6477000"/>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a:solidFill>
                  <a:srgbClr val="536579"/>
                </a:solidFill>
              </a:defRPr>
            </a:defPPr>
            <a:lvl1pPr>
              <a:defRPr sz="825">
                <a:solidFill>
                  <a:srgbClr val="536579"/>
                </a:solidFill>
              </a:defRPr>
            </a:lvl1pPr>
            <a:lvl2pPr>
              <a:defRPr sz="825">
                <a:solidFill>
                  <a:srgbClr val="536579"/>
                </a:solidFill>
              </a:defRPr>
            </a:lvl2pPr>
            <a:lvl3pPr>
              <a:defRPr sz="825">
                <a:solidFill>
                  <a:srgbClr val="536579"/>
                </a:solidFill>
              </a:defRPr>
            </a:lvl3pPr>
            <a:lvl4pPr>
              <a:defRPr sz="825">
                <a:solidFill>
                  <a:srgbClr val="536579"/>
                </a:solidFill>
              </a:defRPr>
            </a:lvl4pPr>
            <a:lvl5pPr>
              <a:defRPr sz="825">
                <a:solidFill>
                  <a:srgbClr val="536579"/>
                </a:solidFill>
              </a:defRPr>
            </a:lvl5pPr>
            <a:lvl6pPr>
              <a:defRPr sz="825">
                <a:solidFill>
                  <a:srgbClr val="536579"/>
                </a:solidFill>
              </a:defRPr>
            </a:lvl6pPr>
            <a:lvl7pPr>
              <a:defRPr sz="825">
                <a:solidFill>
                  <a:srgbClr val="536579"/>
                </a:solidFill>
              </a:defRPr>
            </a:lvl7pPr>
            <a:lvl8pPr>
              <a:defRPr sz="825">
                <a:solidFill>
                  <a:srgbClr val="536579"/>
                </a:solidFill>
              </a:defRPr>
            </a:lvl8pPr>
            <a:lvl9pPr>
              <a:defRPr sz="825">
                <a:solidFill>
                  <a:srgbClr val="536579"/>
                </a:solidFill>
              </a:defRPr>
            </a:lvl9pPr>
          </a:lstStyle>
          <a:p xmlns:a="http://schemas.openxmlformats.org/drawingml/2006/main">
            <a:pPr>
              <a:defRPr sz="825">
                <a:solidFill>
                  <a:srgbClr val="536579"/>
                </a:solidFill>
              </a:defRPr>
            </a:pPr>
            <a:r>
              <a:rPr sz="825">
                <a:solidFill>
                  <a:srgbClr val="536579"/>
                </a:solidFill>
              </a:rPr>
              <a:t>UNC COMP 523 Team E  ·  Alex Tang</a:t>
            </a:r>
          </a:p>
        </p:txBody>
      </p:sp>
      <p:sp>
        <p:nvSpPr>
          <p:cNvPr id="6" name="">
            <a:extLst xmlns:a="http://schemas.openxmlformats.org/drawingml/2006/main">
              <a:ext uri="{FF2B5EF4-FFF2-40B4-BE49-F238E27FC236}">
                <a16:creationId xmlns:a16="http://schemas.microsoft.com/office/drawing/2014/main" id="{11A5540D-E642-4E2C-B207-397C15459EB1}"/>
              </a:ext>
            </a:extLst>
          </p:cNvPr>
          <p:cNvSpPr>
            <a:spLocks xmlns:a="http://schemas.openxmlformats.org/drawingml/2006/main" noGrp="1"/>
          </p:cNvSpPr>
          <p:nvPr/>
        </p:nvSpPr>
        <p:spPr>
          <a:xfrm xmlns:a="http://schemas.openxmlformats.org/drawingml/2006/main">
            <a:off x="838200" y="1828800"/>
            <a:ext cx="514350" cy="514350"/>
          </a:xfrm>
          <a:prstGeom xmlns:a="http://schemas.openxmlformats.org/drawingml/2006/main" prst="roundRect">
            <a:avLst>
              <a:gd name="adj" fmla="val 22222"/>
            </a:avLst>
          </a:prstGeom>
          <a:solidFill xmlns:a="http://schemas.openxmlformats.org/drawingml/2006/main">
            <a:srgbClr val="4B9CD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1434684-36F1-4A36-91D0-8ADD837AD54D}"/>
              </a:ext>
            </a:extLst>
          </p:cNvPr>
          <p:cNvSpPr>
            <a:spLocks xmlns:a="http://schemas.openxmlformats.org/drawingml/2006/main" noGrp="1"/>
          </p:cNvSpPr>
          <p:nvPr/>
        </p:nvSpPr>
        <p:spPr>
          <a:xfrm xmlns:a="http://schemas.openxmlformats.org/drawingml/2006/main">
            <a:off x="838200" y="18288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FFFFFF"/>
                </a:solidFill>
              </a:defRPr>
            </a:defPPr>
            <a:lvl1pPr>
              <a:defRPr sz="1800" b="1">
                <a:solidFill>
                  <a:srgbClr val="FFFFFF"/>
                </a:solidFill>
              </a:defRPr>
            </a:lvl1pPr>
            <a:lvl2pPr>
              <a:defRPr sz="1800" b="1">
                <a:solidFill>
                  <a:srgbClr val="FFFFFF"/>
                </a:solidFill>
              </a:defRPr>
            </a:lvl2pPr>
            <a:lvl3pPr>
              <a:defRPr sz="1800" b="1">
                <a:solidFill>
                  <a:srgbClr val="FFFFFF"/>
                </a:solidFill>
              </a:defRPr>
            </a:lvl3pPr>
            <a:lvl4pPr>
              <a:defRPr sz="1800" b="1">
                <a:solidFill>
                  <a:srgbClr val="FFFFFF"/>
                </a:solidFill>
              </a:defRPr>
            </a:lvl4pPr>
            <a:lvl5pPr>
              <a:defRPr sz="1800" b="1">
                <a:solidFill>
                  <a:srgbClr val="FFFFFF"/>
                </a:solidFill>
              </a:defRPr>
            </a:lvl5pPr>
            <a:lvl6pPr>
              <a:defRPr sz="1800" b="1">
                <a:solidFill>
                  <a:srgbClr val="FFFFFF"/>
                </a:solidFill>
              </a:defRPr>
            </a:lvl6pPr>
            <a:lvl7pPr>
              <a:defRPr sz="1800" b="1">
                <a:solidFill>
                  <a:srgbClr val="FFFFFF"/>
                </a:solidFill>
              </a:defRPr>
            </a:lvl7pPr>
            <a:lvl8pPr>
              <a:defRPr sz="1800" b="1">
                <a:solidFill>
                  <a:srgbClr val="FFFFFF"/>
                </a:solidFill>
              </a:defRPr>
            </a:lvl8pPr>
            <a:lvl9pPr>
              <a:defRPr sz="1800" b="1">
                <a:solidFill>
                  <a:srgbClr val="FFFFFF"/>
                </a:solidFill>
              </a:defRPr>
            </a:lvl9pPr>
          </a:lstStyle>
          <a:p xmlns:a="http://schemas.openxmlformats.org/drawingml/2006/main">
            <a:pPr>
              <a:defRPr sz="1800" b="1">
                <a:solidFill>
                  <a:srgbClr val="FFFFFF"/>
                </a:solidFill>
              </a:defRPr>
            </a:pPr>
            <a:r>
              <a:rPr sz="1800" b="1">
                <a:solidFill>
                  <a:srgbClr val="FFFFFF"/>
                </a:solidFill>
              </a:rPr>
              <a:t>1</a:t>
            </a:r>
          </a:p>
        </p:txBody>
      </p:sp>
      <p:sp>
        <p:nvSpPr>
          <p:cNvPr id="8" name="">
            <a:extLst xmlns:a="http://schemas.openxmlformats.org/drawingml/2006/main">
              <a:ext uri="{FF2B5EF4-FFF2-40B4-BE49-F238E27FC236}">
                <a16:creationId xmlns:a16="http://schemas.microsoft.com/office/drawing/2014/main" id="{FB89E7AF-EE41-4BB3-AD4B-0496D152B11F}"/>
              </a:ext>
            </a:extLst>
          </p:cNvPr>
          <p:cNvSpPr>
            <a:spLocks xmlns:a="http://schemas.openxmlformats.org/drawingml/2006/main" noGrp="1"/>
          </p:cNvSpPr>
          <p:nvPr/>
        </p:nvSpPr>
        <p:spPr>
          <a:xfrm xmlns:a="http://schemas.openxmlformats.org/drawingml/2006/main">
            <a:off x="1600200" y="180975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3294B"/>
                </a:solidFill>
              </a:defRPr>
            </a:defPPr>
            <a:lvl1pPr>
              <a:defRPr sz="1800" b="1">
                <a:solidFill>
                  <a:srgbClr val="13294B"/>
                </a:solidFill>
              </a:defRPr>
            </a:lvl1pPr>
            <a:lvl2pPr>
              <a:defRPr sz="1800" b="1">
                <a:solidFill>
                  <a:srgbClr val="13294B"/>
                </a:solidFill>
              </a:defRPr>
            </a:lvl2pPr>
            <a:lvl3pPr>
              <a:defRPr sz="1800" b="1">
                <a:solidFill>
                  <a:srgbClr val="13294B"/>
                </a:solidFill>
              </a:defRPr>
            </a:lvl3pPr>
            <a:lvl4pPr>
              <a:defRPr sz="1800" b="1">
                <a:solidFill>
                  <a:srgbClr val="13294B"/>
                </a:solidFill>
              </a:defRPr>
            </a:lvl4pPr>
            <a:lvl5pPr>
              <a:defRPr sz="1800" b="1">
                <a:solidFill>
                  <a:srgbClr val="13294B"/>
                </a:solidFill>
              </a:defRPr>
            </a:lvl5pPr>
            <a:lvl6pPr>
              <a:defRPr sz="1800" b="1">
                <a:solidFill>
                  <a:srgbClr val="13294B"/>
                </a:solidFill>
              </a:defRPr>
            </a:lvl6pPr>
            <a:lvl7pPr>
              <a:defRPr sz="1800" b="1">
                <a:solidFill>
                  <a:srgbClr val="13294B"/>
                </a:solidFill>
              </a:defRPr>
            </a:lvl7pPr>
            <a:lvl8pPr>
              <a:defRPr sz="1800" b="1">
                <a:solidFill>
                  <a:srgbClr val="13294B"/>
                </a:solidFill>
              </a:defRPr>
            </a:lvl8pPr>
            <a:lvl9pPr>
              <a:defRPr sz="1800" b="1">
                <a:solidFill>
                  <a:srgbClr val="13294B"/>
                </a:solidFill>
              </a:defRPr>
            </a:lvl9pPr>
          </a:lstStyle>
          <a:p xmlns:a="http://schemas.openxmlformats.org/drawingml/2006/main">
            <a:pPr>
              <a:defRPr sz="1800" b="1">
                <a:solidFill>
                  <a:srgbClr val="13294B"/>
                </a:solidFill>
              </a:defRPr>
            </a:pPr>
            <a:r>
              <a:rPr sz="1800" b="1">
                <a:solidFill>
                  <a:srgbClr val="13294B"/>
                </a:solidFill>
              </a:rPr>
              <a:t>Clone the public repository</a:t>
            </a:r>
          </a:p>
        </p:txBody>
      </p:sp>
      <p:sp>
        <p:nvSpPr>
          <p:cNvPr id="9" name="">
            <a:extLst xmlns:a="http://schemas.openxmlformats.org/drawingml/2006/main">
              <a:ext uri="{FF2B5EF4-FFF2-40B4-BE49-F238E27FC236}">
                <a16:creationId xmlns:a16="http://schemas.microsoft.com/office/drawing/2014/main" id="{D382610C-A077-40E6-A996-4F2F923F8046}"/>
              </a:ext>
            </a:extLst>
          </p:cNvPr>
          <p:cNvSpPr>
            <a:spLocks xmlns:a="http://schemas.openxmlformats.org/drawingml/2006/main" noGrp="1"/>
          </p:cNvSpPr>
          <p:nvPr/>
        </p:nvSpPr>
        <p:spPr>
          <a:xfrm xmlns:a="http://schemas.openxmlformats.org/drawingml/2006/main">
            <a:off x="838200" y="2819400"/>
            <a:ext cx="514350" cy="514350"/>
          </a:xfrm>
          <a:prstGeom xmlns:a="http://schemas.openxmlformats.org/drawingml/2006/main" prst="roundRect">
            <a:avLst>
              <a:gd name="adj" fmla="val 22222"/>
            </a:avLst>
          </a:prstGeom>
          <a:solidFill xmlns:a="http://schemas.openxmlformats.org/drawingml/2006/main">
            <a:srgbClr val="4F7C6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432F095-CD81-4E87-B7E3-457146DCDA71}"/>
              </a:ext>
            </a:extLst>
          </p:cNvPr>
          <p:cNvSpPr>
            <a:spLocks xmlns:a="http://schemas.openxmlformats.org/drawingml/2006/main" noGrp="1"/>
          </p:cNvSpPr>
          <p:nvPr/>
        </p:nvSpPr>
        <p:spPr>
          <a:xfrm xmlns:a="http://schemas.openxmlformats.org/drawingml/2006/main">
            <a:off x="838200" y="28194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FFFFFF"/>
                </a:solidFill>
              </a:defRPr>
            </a:defPPr>
            <a:lvl1pPr>
              <a:defRPr sz="1800" b="1">
                <a:solidFill>
                  <a:srgbClr val="FFFFFF"/>
                </a:solidFill>
              </a:defRPr>
            </a:lvl1pPr>
            <a:lvl2pPr>
              <a:defRPr sz="1800" b="1">
                <a:solidFill>
                  <a:srgbClr val="FFFFFF"/>
                </a:solidFill>
              </a:defRPr>
            </a:lvl2pPr>
            <a:lvl3pPr>
              <a:defRPr sz="1800" b="1">
                <a:solidFill>
                  <a:srgbClr val="FFFFFF"/>
                </a:solidFill>
              </a:defRPr>
            </a:lvl3pPr>
            <a:lvl4pPr>
              <a:defRPr sz="1800" b="1">
                <a:solidFill>
                  <a:srgbClr val="FFFFFF"/>
                </a:solidFill>
              </a:defRPr>
            </a:lvl4pPr>
            <a:lvl5pPr>
              <a:defRPr sz="1800" b="1">
                <a:solidFill>
                  <a:srgbClr val="FFFFFF"/>
                </a:solidFill>
              </a:defRPr>
            </a:lvl5pPr>
            <a:lvl6pPr>
              <a:defRPr sz="1800" b="1">
                <a:solidFill>
                  <a:srgbClr val="FFFFFF"/>
                </a:solidFill>
              </a:defRPr>
            </a:lvl6pPr>
            <a:lvl7pPr>
              <a:defRPr sz="1800" b="1">
                <a:solidFill>
                  <a:srgbClr val="FFFFFF"/>
                </a:solidFill>
              </a:defRPr>
            </a:lvl7pPr>
            <a:lvl8pPr>
              <a:defRPr sz="1800" b="1">
                <a:solidFill>
                  <a:srgbClr val="FFFFFF"/>
                </a:solidFill>
              </a:defRPr>
            </a:lvl8pPr>
            <a:lvl9pPr>
              <a:defRPr sz="1800" b="1">
                <a:solidFill>
                  <a:srgbClr val="FFFFFF"/>
                </a:solidFill>
              </a:defRPr>
            </a:lvl9pPr>
          </a:lstStyle>
          <a:p xmlns:a="http://schemas.openxmlformats.org/drawingml/2006/main">
            <a:pPr>
              <a:defRPr sz="1800" b="1">
                <a:solidFill>
                  <a:srgbClr val="FFFFFF"/>
                </a:solidFill>
              </a:defRPr>
            </a:pPr>
            <a:r>
              <a:rPr sz="1800" b="1">
                <a:solidFill>
                  <a:srgbClr val="FFFFFF"/>
                </a:solidFill>
              </a:rPr>
              <a:t>2</a:t>
            </a:r>
          </a:p>
        </p:txBody>
      </p:sp>
      <p:sp>
        <p:nvSpPr>
          <p:cNvPr id="11" name="">
            <a:extLst xmlns:a="http://schemas.openxmlformats.org/drawingml/2006/main">
              <a:ext uri="{FF2B5EF4-FFF2-40B4-BE49-F238E27FC236}">
                <a16:creationId xmlns:a16="http://schemas.microsoft.com/office/drawing/2014/main" id="{D5E72776-C1AF-4358-AE40-16DF72CE441E}"/>
              </a:ext>
            </a:extLst>
          </p:cNvPr>
          <p:cNvSpPr>
            <a:spLocks xmlns:a="http://schemas.openxmlformats.org/drawingml/2006/main" noGrp="1"/>
          </p:cNvSpPr>
          <p:nvPr/>
        </p:nvSpPr>
        <p:spPr>
          <a:xfrm xmlns:a="http://schemas.openxmlformats.org/drawingml/2006/main">
            <a:off x="1600200" y="2800350"/>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82433"/>
                </a:solidFill>
              </a:defRPr>
            </a:defPPr>
            <a:lvl1pPr>
              <a:defRPr sz="1725" b="1">
                <a:solidFill>
                  <a:srgbClr val="182433"/>
                </a:solidFill>
              </a:defRPr>
            </a:lvl1pPr>
            <a:lvl2pPr>
              <a:defRPr sz="1725" b="1">
                <a:solidFill>
                  <a:srgbClr val="182433"/>
                </a:solidFill>
              </a:defRPr>
            </a:lvl2pPr>
            <a:lvl3pPr>
              <a:defRPr sz="1725" b="1">
                <a:solidFill>
                  <a:srgbClr val="182433"/>
                </a:solidFill>
              </a:defRPr>
            </a:lvl3pPr>
            <a:lvl4pPr>
              <a:defRPr sz="1725" b="1">
                <a:solidFill>
                  <a:srgbClr val="182433"/>
                </a:solidFill>
              </a:defRPr>
            </a:lvl4pPr>
            <a:lvl5pPr>
              <a:defRPr sz="1725" b="1">
                <a:solidFill>
                  <a:srgbClr val="182433"/>
                </a:solidFill>
              </a:defRPr>
            </a:lvl5pPr>
            <a:lvl6pPr>
              <a:defRPr sz="1725" b="1">
                <a:solidFill>
                  <a:srgbClr val="182433"/>
                </a:solidFill>
              </a:defRPr>
            </a:lvl6pPr>
            <a:lvl7pPr>
              <a:defRPr sz="1725" b="1">
                <a:solidFill>
                  <a:srgbClr val="182433"/>
                </a:solidFill>
              </a:defRPr>
            </a:lvl7pPr>
            <a:lvl8pPr>
              <a:defRPr sz="1725" b="1">
                <a:solidFill>
                  <a:srgbClr val="182433"/>
                </a:solidFill>
              </a:defRPr>
            </a:lvl8pPr>
            <a:lvl9pPr>
              <a:defRPr sz="1725" b="1">
                <a:solidFill>
                  <a:srgbClr val="182433"/>
                </a:solidFill>
              </a:defRPr>
            </a:lvl9pPr>
          </a:lstStyle>
          <a:p xmlns:a="http://schemas.openxmlformats.org/drawingml/2006/main">
            <a:pPr>
              <a:defRPr sz="1725" b="1">
                <a:solidFill>
                  <a:srgbClr val="182433"/>
                </a:solidFill>
              </a:defRPr>
            </a:pPr>
            <a:r>
              <a:rPr sz="1725" b="1">
                <a:solidFill>
                  <a:srgbClr val="182433"/>
                </a:solidFill>
              </a:rPr>
              <a:t>uv sync --locked --dev</a:t>
            </a:r>
          </a:p>
        </p:txBody>
      </p:sp>
      <p:sp>
        <p:nvSpPr>
          <p:cNvPr id="12" name="">
            <a:extLst xmlns:a="http://schemas.openxmlformats.org/drawingml/2006/main">
              <a:ext uri="{FF2B5EF4-FFF2-40B4-BE49-F238E27FC236}">
                <a16:creationId xmlns:a16="http://schemas.microsoft.com/office/drawing/2014/main" id="{0E5ABD05-39C8-42BE-B49D-5AC9EC80E301}"/>
              </a:ext>
            </a:extLst>
          </p:cNvPr>
          <p:cNvSpPr>
            <a:spLocks xmlns:a="http://schemas.openxmlformats.org/drawingml/2006/main" noGrp="1"/>
          </p:cNvSpPr>
          <p:nvPr/>
        </p:nvSpPr>
        <p:spPr>
          <a:xfrm xmlns:a="http://schemas.openxmlformats.org/drawingml/2006/main">
            <a:off x="838200" y="3810000"/>
            <a:ext cx="514350" cy="514350"/>
          </a:xfrm>
          <a:prstGeom xmlns:a="http://schemas.openxmlformats.org/drawingml/2006/main" prst="roundRect">
            <a:avLst>
              <a:gd name="adj" fmla="val 22222"/>
            </a:avLst>
          </a:prstGeom>
          <a:solidFill xmlns:a="http://schemas.openxmlformats.org/drawingml/2006/main">
            <a:srgbClr val="D59F3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C3E98FB-56EE-4E49-9144-9A192BE17112}"/>
              </a:ext>
            </a:extLst>
          </p:cNvPr>
          <p:cNvSpPr>
            <a:spLocks xmlns:a="http://schemas.openxmlformats.org/drawingml/2006/main" noGrp="1"/>
          </p:cNvSpPr>
          <p:nvPr/>
        </p:nvSpPr>
        <p:spPr>
          <a:xfrm xmlns:a="http://schemas.openxmlformats.org/drawingml/2006/main">
            <a:off x="838200" y="38100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FFFFFF"/>
                </a:solidFill>
              </a:defRPr>
            </a:defPPr>
            <a:lvl1pPr>
              <a:defRPr sz="1800" b="1">
                <a:solidFill>
                  <a:srgbClr val="FFFFFF"/>
                </a:solidFill>
              </a:defRPr>
            </a:lvl1pPr>
            <a:lvl2pPr>
              <a:defRPr sz="1800" b="1">
                <a:solidFill>
                  <a:srgbClr val="FFFFFF"/>
                </a:solidFill>
              </a:defRPr>
            </a:lvl2pPr>
            <a:lvl3pPr>
              <a:defRPr sz="1800" b="1">
                <a:solidFill>
                  <a:srgbClr val="FFFFFF"/>
                </a:solidFill>
              </a:defRPr>
            </a:lvl3pPr>
            <a:lvl4pPr>
              <a:defRPr sz="1800" b="1">
                <a:solidFill>
                  <a:srgbClr val="FFFFFF"/>
                </a:solidFill>
              </a:defRPr>
            </a:lvl4pPr>
            <a:lvl5pPr>
              <a:defRPr sz="1800" b="1">
                <a:solidFill>
                  <a:srgbClr val="FFFFFF"/>
                </a:solidFill>
              </a:defRPr>
            </a:lvl5pPr>
            <a:lvl6pPr>
              <a:defRPr sz="1800" b="1">
                <a:solidFill>
                  <a:srgbClr val="FFFFFF"/>
                </a:solidFill>
              </a:defRPr>
            </a:lvl6pPr>
            <a:lvl7pPr>
              <a:defRPr sz="1800" b="1">
                <a:solidFill>
                  <a:srgbClr val="FFFFFF"/>
                </a:solidFill>
              </a:defRPr>
            </a:lvl7pPr>
            <a:lvl8pPr>
              <a:defRPr sz="1800" b="1">
                <a:solidFill>
                  <a:srgbClr val="FFFFFF"/>
                </a:solidFill>
              </a:defRPr>
            </a:lvl8pPr>
            <a:lvl9pPr>
              <a:defRPr sz="1800" b="1">
                <a:solidFill>
                  <a:srgbClr val="FFFFFF"/>
                </a:solidFill>
              </a:defRPr>
            </a:lvl9pPr>
          </a:lstStyle>
          <a:p xmlns:a="http://schemas.openxmlformats.org/drawingml/2006/main">
            <a:pPr>
              <a:defRPr sz="1800" b="1">
                <a:solidFill>
                  <a:srgbClr val="FFFFFF"/>
                </a:solidFill>
              </a:defRPr>
            </a:pPr>
            <a:r>
              <a:rPr sz="1800" b="1">
                <a:solidFill>
                  <a:srgbClr val="FFFFFF"/>
                </a:solidFill>
              </a:rPr>
              <a:t>3</a:t>
            </a:r>
          </a:p>
        </p:txBody>
      </p:sp>
      <p:sp>
        <p:nvSpPr>
          <p:cNvPr id="14" name="">
            <a:extLst xmlns:a="http://schemas.openxmlformats.org/drawingml/2006/main">
              <a:ext uri="{FF2B5EF4-FFF2-40B4-BE49-F238E27FC236}">
                <a16:creationId xmlns:a16="http://schemas.microsoft.com/office/drawing/2014/main" id="{67A350D0-DB30-4857-96F2-F9E00A99AE48}"/>
              </a:ext>
            </a:extLst>
          </p:cNvPr>
          <p:cNvSpPr>
            <a:spLocks xmlns:a="http://schemas.openxmlformats.org/drawingml/2006/main" noGrp="1"/>
          </p:cNvSpPr>
          <p:nvPr/>
        </p:nvSpPr>
        <p:spPr>
          <a:xfrm xmlns:a="http://schemas.openxmlformats.org/drawingml/2006/main">
            <a:off x="1600200" y="3790950"/>
            <a:ext cx="533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82433"/>
                </a:solidFill>
              </a:defRPr>
            </a:defPPr>
            <a:lvl1pPr>
              <a:defRPr sz="1725" b="1">
                <a:solidFill>
                  <a:srgbClr val="182433"/>
                </a:solidFill>
              </a:defRPr>
            </a:lvl1pPr>
            <a:lvl2pPr>
              <a:defRPr sz="1725" b="1">
                <a:solidFill>
                  <a:srgbClr val="182433"/>
                </a:solidFill>
              </a:defRPr>
            </a:lvl2pPr>
            <a:lvl3pPr>
              <a:defRPr sz="1725" b="1">
                <a:solidFill>
                  <a:srgbClr val="182433"/>
                </a:solidFill>
              </a:defRPr>
            </a:lvl3pPr>
            <a:lvl4pPr>
              <a:defRPr sz="1725" b="1">
                <a:solidFill>
                  <a:srgbClr val="182433"/>
                </a:solidFill>
              </a:defRPr>
            </a:lvl4pPr>
            <a:lvl5pPr>
              <a:defRPr sz="1725" b="1">
                <a:solidFill>
                  <a:srgbClr val="182433"/>
                </a:solidFill>
              </a:defRPr>
            </a:lvl5pPr>
            <a:lvl6pPr>
              <a:defRPr sz="1725" b="1">
                <a:solidFill>
                  <a:srgbClr val="182433"/>
                </a:solidFill>
              </a:defRPr>
            </a:lvl6pPr>
            <a:lvl7pPr>
              <a:defRPr sz="1725" b="1">
                <a:solidFill>
                  <a:srgbClr val="182433"/>
                </a:solidFill>
              </a:defRPr>
            </a:lvl7pPr>
            <a:lvl8pPr>
              <a:defRPr sz="1725" b="1">
                <a:solidFill>
                  <a:srgbClr val="182433"/>
                </a:solidFill>
              </a:defRPr>
            </a:lvl8pPr>
            <a:lvl9pPr>
              <a:defRPr sz="1725" b="1">
                <a:solidFill>
                  <a:srgbClr val="182433"/>
                </a:solidFill>
              </a:defRPr>
            </a:lvl9pPr>
          </a:lstStyle>
          <a:p xmlns:a="http://schemas.openxmlformats.org/drawingml/2006/main">
            <a:pPr>
              <a:defRPr sz="1725" b="1">
                <a:solidFill>
                  <a:srgbClr val="182433"/>
                </a:solidFill>
              </a:defRPr>
            </a:pPr>
            <a:r>
              <a:rPr sz="1725" b="1">
                <a:solidFill>
                  <a:srgbClr val="182433"/>
                </a:solidFill>
              </a:rPr>
              <a:t>uv run streamlit run app.py</a:t>
            </a:r>
          </a:p>
        </p:txBody>
      </p:sp>
      <p:sp>
        <p:nvSpPr>
          <p:cNvPr id="15" name="">
            <a:extLst xmlns:a="http://schemas.openxmlformats.org/drawingml/2006/main">
              <a:ext uri="{FF2B5EF4-FFF2-40B4-BE49-F238E27FC236}">
                <a16:creationId xmlns:a16="http://schemas.microsoft.com/office/drawing/2014/main" id="{31FBE153-5119-433C-8F1F-55D8844F581E}"/>
              </a:ext>
            </a:extLst>
          </p:cNvPr>
          <p:cNvSpPr>
            <a:spLocks xmlns:a="http://schemas.openxmlformats.org/drawingml/2006/main" noGrp="1"/>
          </p:cNvSpPr>
          <p:nvPr/>
        </p:nvSpPr>
        <p:spPr>
          <a:xfrm xmlns:a="http://schemas.openxmlformats.org/drawingml/2006/main">
            <a:off x="838200" y="4800600"/>
            <a:ext cx="514350" cy="514350"/>
          </a:xfrm>
          <a:prstGeom xmlns:a="http://schemas.openxmlformats.org/drawingml/2006/main" prst="roundRect">
            <a:avLst>
              <a:gd name="adj" fmla="val 22222"/>
            </a:avLst>
          </a:prstGeom>
          <a:solidFill xmlns:a="http://schemas.openxmlformats.org/drawingml/2006/main">
            <a:srgbClr val="A7484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8F12457-895B-4EA2-B391-061C11F17481}"/>
              </a:ext>
            </a:extLst>
          </p:cNvPr>
          <p:cNvSpPr>
            <a:spLocks xmlns:a="http://schemas.openxmlformats.org/drawingml/2006/main" noGrp="1"/>
          </p:cNvSpPr>
          <p:nvPr/>
        </p:nvSpPr>
        <p:spPr>
          <a:xfrm xmlns:a="http://schemas.openxmlformats.org/drawingml/2006/main">
            <a:off x="838200" y="48006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FFFFFF"/>
                </a:solidFill>
              </a:defRPr>
            </a:defPPr>
            <a:lvl1pPr>
              <a:defRPr sz="1800" b="1">
                <a:solidFill>
                  <a:srgbClr val="FFFFFF"/>
                </a:solidFill>
              </a:defRPr>
            </a:lvl1pPr>
            <a:lvl2pPr>
              <a:defRPr sz="1800" b="1">
                <a:solidFill>
                  <a:srgbClr val="FFFFFF"/>
                </a:solidFill>
              </a:defRPr>
            </a:lvl2pPr>
            <a:lvl3pPr>
              <a:defRPr sz="1800" b="1">
                <a:solidFill>
                  <a:srgbClr val="FFFFFF"/>
                </a:solidFill>
              </a:defRPr>
            </a:lvl3pPr>
            <a:lvl4pPr>
              <a:defRPr sz="1800" b="1">
                <a:solidFill>
                  <a:srgbClr val="FFFFFF"/>
                </a:solidFill>
              </a:defRPr>
            </a:lvl4pPr>
            <a:lvl5pPr>
              <a:defRPr sz="1800" b="1">
                <a:solidFill>
                  <a:srgbClr val="FFFFFF"/>
                </a:solidFill>
              </a:defRPr>
            </a:lvl5pPr>
            <a:lvl6pPr>
              <a:defRPr sz="1800" b="1">
                <a:solidFill>
                  <a:srgbClr val="FFFFFF"/>
                </a:solidFill>
              </a:defRPr>
            </a:lvl6pPr>
            <a:lvl7pPr>
              <a:defRPr sz="1800" b="1">
                <a:solidFill>
                  <a:srgbClr val="FFFFFF"/>
                </a:solidFill>
              </a:defRPr>
            </a:lvl7pPr>
            <a:lvl8pPr>
              <a:defRPr sz="1800" b="1">
                <a:solidFill>
                  <a:srgbClr val="FFFFFF"/>
                </a:solidFill>
              </a:defRPr>
            </a:lvl8pPr>
            <a:lvl9pPr>
              <a:defRPr sz="1800" b="1">
                <a:solidFill>
                  <a:srgbClr val="FFFFFF"/>
                </a:solidFill>
              </a:defRPr>
            </a:lvl9pPr>
          </a:lstStyle>
          <a:p xmlns:a="http://schemas.openxmlformats.org/drawingml/2006/main">
            <a:pPr>
              <a:defRPr sz="1800" b="1">
                <a:solidFill>
                  <a:srgbClr val="FFFFFF"/>
                </a:solidFill>
              </a:defRPr>
            </a:pPr>
            <a:r>
              <a:rPr sz="1800" b="1">
                <a:solidFill>
                  <a:srgbClr val="FFFFFF"/>
                </a:solidFill>
              </a:rPr>
              <a:t>4</a:t>
            </a:r>
          </a:p>
        </p:txBody>
      </p:sp>
      <p:sp>
        <p:nvSpPr>
          <p:cNvPr id="17" name="">
            <a:extLst xmlns:a="http://schemas.openxmlformats.org/drawingml/2006/main">
              <a:ext uri="{FF2B5EF4-FFF2-40B4-BE49-F238E27FC236}">
                <a16:creationId xmlns:a16="http://schemas.microsoft.com/office/drawing/2014/main" id="{71AE5FDE-47A4-4D2B-952E-D4EE71717257}"/>
              </a:ext>
            </a:extLst>
          </p:cNvPr>
          <p:cNvSpPr>
            <a:spLocks xmlns:a="http://schemas.openxmlformats.org/drawingml/2006/main" noGrp="1"/>
          </p:cNvSpPr>
          <p:nvPr/>
        </p:nvSpPr>
        <p:spPr>
          <a:xfrm xmlns:a="http://schemas.openxmlformats.org/drawingml/2006/main">
            <a:off x="1600200" y="4781550"/>
            <a:ext cx="542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3294B"/>
                </a:solidFill>
              </a:defRPr>
            </a:defPPr>
            <a:lvl1pPr>
              <a:defRPr sz="1725" b="1">
                <a:solidFill>
                  <a:srgbClr val="13294B"/>
                </a:solidFill>
              </a:defRPr>
            </a:lvl1pPr>
            <a:lvl2pPr>
              <a:defRPr sz="1725" b="1">
                <a:solidFill>
                  <a:srgbClr val="13294B"/>
                </a:solidFill>
              </a:defRPr>
            </a:lvl2pPr>
            <a:lvl3pPr>
              <a:defRPr sz="1725" b="1">
                <a:solidFill>
                  <a:srgbClr val="13294B"/>
                </a:solidFill>
              </a:defRPr>
            </a:lvl3pPr>
            <a:lvl4pPr>
              <a:defRPr sz="1725" b="1">
                <a:solidFill>
                  <a:srgbClr val="13294B"/>
                </a:solidFill>
              </a:defRPr>
            </a:lvl4pPr>
            <a:lvl5pPr>
              <a:defRPr sz="1725" b="1">
                <a:solidFill>
                  <a:srgbClr val="13294B"/>
                </a:solidFill>
              </a:defRPr>
            </a:lvl5pPr>
            <a:lvl6pPr>
              <a:defRPr sz="1725" b="1">
                <a:solidFill>
                  <a:srgbClr val="13294B"/>
                </a:solidFill>
              </a:defRPr>
            </a:lvl6pPr>
            <a:lvl7pPr>
              <a:defRPr sz="1725" b="1">
                <a:solidFill>
                  <a:srgbClr val="13294B"/>
                </a:solidFill>
              </a:defRPr>
            </a:lvl7pPr>
            <a:lvl8pPr>
              <a:defRPr sz="1725" b="1">
                <a:solidFill>
                  <a:srgbClr val="13294B"/>
                </a:solidFill>
              </a:defRPr>
            </a:lvl8pPr>
            <a:lvl9pPr>
              <a:defRPr sz="1725" b="1">
                <a:solidFill>
                  <a:srgbClr val="13294B"/>
                </a:solidFill>
              </a:defRPr>
            </a:lvl9pPr>
          </a:lstStyle>
          <a:p xmlns:a="http://schemas.openxmlformats.org/drawingml/2006/main">
            <a:pPr>
              <a:defRPr sz="1725" b="1">
                <a:solidFill>
                  <a:srgbClr val="13294B"/>
                </a:solidFill>
              </a:defRPr>
            </a:pPr>
            <a:r>
              <a:rPr sz="1725" b="1">
                <a:solidFill>
                  <a:srgbClr val="13294B"/>
                </a:solidFill>
              </a:rPr>
              <a:t>Use examples/holes-and-curves.png</a:t>
            </a:r>
          </a:p>
        </p:txBody>
      </p:sp>
      <p:sp>
        <p:nvSpPr>
          <p:cNvPr id="18" name="">
            <a:extLst xmlns:a="http://schemas.openxmlformats.org/drawingml/2006/main">
              <a:ext uri="{FF2B5EF4-FFF2-40B4-BE49-F238E27FC236}">
                <a16:creationId xmlns:a16="http://schemas.microsoft.com/office/drawing/2014/main" id="{51883BB9-0E50-4B8E-A24A-BEAA0CA5B04F}"/>
              </a:ext>
            </a:extLst>
          </p:cNvPr>
          <p:cNvSpPr>
            <a:spLocks xmlns:a="http://schemas.openxmlformats.org/drawingml/2006/main" noGrp="1"/>
          </p:cNvSpPr>
          <p:nvPr/>
        </p:nvSpPr>
        <p:spPr>
          <a:xfrm xmlns:a="http://schemas.openxmlformats.org/drawingml/2006/main">
            <a:off x="7620000" y="1828800"/>
            <a:ext cx="3333750" cy="3429000"/>
          </a:xfrm>
          <a:prstGeom xmlns:a="http://schemas.openxmlformats.org/drawingml/2006/main" prst="roundRect">
            <a:avLst>
              <a:gd name="adj" fmla="val 3429"/>
            </a:avLst>
          </a:prstGeom>
          <a:solidFill xmlns:a="http://schemas.openxmlformats.org/drawingml/2006/main">
            <a:srgbClr val="DDEFF8"/>
          </a:solidFill>
          <a:ln xmlns:a="http://schemas.openxmlformats.org/drawingml/2006/main" w="9525">
            <a:solidFill>
              <a:srgbClr val="4B9CD3"/>
            </a:solidFill>
            <a:prstDash val="solid"/>
          </a:ln>
        </p:spPr>
      </p:sp>
      <p:sp>
        <p:nvSpPr>
          <p:cNvPr id="19" name="">
            <a:extLst xmlns:a="http://schemas.openxmlformats.org/drawingml/2006/main">
              <a:ext uri="{FF2B5EF4-FFF2-40B4-BE49-F238E27FC236}">
                <a16:creationId xmlns:a16="http://schemas.microsoft.com/office/drawing/2014/main" id="{CFA3AEDC-B13C-4DC1-9AB4-0AB3A7C6BC9A}"/>
              </a:ext>
            </a:extLst>
          </p:cNvPr>
          <p:cNvSpPr>
            <a:spLocks xmlns:a="http://schemas.openxmlformats.org/drawingml/2006/main" noGrp="1"/>
          </p:cNvSpPr>
          <p:nvPr/>
        </p:nvSpPr>
        <p:spPr>
          <a:xfrm xmlns:a="http://schemas.openxmlformats.org/drawingml/2006/main">
            <a:off x="8020050" y="217170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3294B"/>
                </a:solidFill>
              </a:defRPr>
            </a:defPPr>
            <a:lvl1pPr>
              <a:defRPr sz="2025" b="1">
                <a:solidFill>
                  <a:srgbClr val="13294B"/>
                </a:solidFill>
              </a:defRPr>
            </a:lvl1pPr>
            <a:lvl2pPr>
              <a:defRPr sz="2025" b="1">
                <a:solidFill>
                  <a:srgbClr val="13294B"/>
                </a:solidFill>
              </a:defRPr>
            </a:lvl2pPr>
            <a:lvl3pPr>
              <a:defRPr sz="2025" b="1">
                <a:solidFill>
                  <a:srgbClr val="13294B"/>
                </a:solidFill>
              </a:defRPr>
            </a:lvl3pPr>
            <a:lvl4pPr>
              <a:defRPr sz="2025" b="1">
                <a:solidFill>
                  <a:srgbClr val="13294B"/>
                </a:solidFill>
              </a:defRPr>
            </a:lvl4pPr>
            <a:lvl5pPr>
              <a:defRPr sz="2025" b="1">
                <a:solidFill>
                  <a:srgbClr val="13294B"/>
                </a:solidFill>
              </a:defRPr>
            </a:lvl5pPr>
            <a:lvl6pPr>
              <a:defRPr sz="2025" b="1">
                <a:solidFill>
                  <a:srgbClr val="13294B"/>
                </a:solidFill>
              </a:defRPr>
            </a:lvl6pPr>
            <a:lvl7pPr>
              <a:defRPr sz="2025" b="1">
                <a:solidFill>
                  <a:srgbClr val="13294B"/>
                </a:solidFill>
              </a:defRPr>
            </a:lvl7pPr>
            <a:lvl8pPr>
              <a:defRPr sz="2025" b="1">
                <a:solidFill>
                  <a:srgbClr val="13294B"/>
                </a:solidFill>
              </a:defRPr>
            </a:lvl8pPr>
            <a:lvl9pPr>
              <a:defRPr sz="2025" b="1">
                <a:solidFill>
                  <a:srgbClr val="13294B"/>
                </a:solidFill>
              </a:defRPr>
            </a:lvl9pPr>
          </a:lstStyle>
          <a:p xmlns:a="http://schemas.openxmlformats.org/drawingml/2006/main">
            <a:pPr>
              <a:defRPr sz="2025" b="1">
                <a:solidFill>
                  <a:srgbClr val="13294B"/>
                </a:solidFill>
              </a:defRPr>
            </a:pPr>
            <a:r>
              <a:rPr sz="2025" b="1">
                <a:solidFill>
                  <a:srgbClr val="13294B"/>
                </a:solidFill>
              </a:rPr>
              <a:t>Takeaways</a:t>
            </a:r>
          </a:p>
        </p:txBody>
      </p:sp>
      <p:sp>
        <p:nvSpPr>
          <p:cNvPr id="20" name="">
            <a:extLst xmlns:a="http://schemas.openxmlformats.org/drawingml/2006/main">
              <a:ext uri="{FF2B5EF4-FFF2-40B4-BE49-F238E27FC236}">
                <a16:creationId xmlns:a16="http://schemas.microsoft.com/office/drawing/2014/main" id="{CC363987-3EA9-4186-B388-F7EDAAFBF6B4}"/>
              </a:ext>
            </a:extLst>
          </p:cNvPr>
          <p:cNvSpPr>
            <a:spLocks xmlns:a="http://schemas.openxmlformats.org/drawingml/2006/main" noGrp="1"/>
          </p:cNvSpPr>
          <p:nvPr/>
        </p:nvSpPr>
        <p:spPr>
          <a:xfrm xmlns:a="http://schemas.openxmlformats.org/drawingml/2006/main">
            <a:off x="8020050" y="2800350"/>
            <a:ext cx="2571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a:solidFill>
                  <a:srgbClr val="182433"/>
                </a:solidFill>
              </a:defRPr>
            </a:defPPr>
            <a:lvl1pPr>
              <a:defRPr sz="1500">
                <a:solidFill>
                  <a:srgbClr val="182433"/>
                </a:solidFill>
              </a:defRPr>
            </a:lvl1pPr>
            <a:lvl2pPr>
              <a:defRPr sz="1500">
                <a:solidFill>
                  <a:srgbClr val="182433"/>
                </a:solidFill>
              </a:defRPr>
            </a:lvl2pPr>
            <a:lvl3pPr>
              <a:defRPr sz="1500">
                <a:solidFill>
                  <a:srgbClr val="182433"/>
                </a:solidFill>
              </a:defRPr>
            </a:lvl3pPr>
            <a:lvl4pPr>
              <a:defRPr sz="1500">
                <a:solidFill>
                  <a:srgbClr val="182433"/>
                </a:solidFill>
              </a:defRPr>
            </a:lvl4pPr>
            <a:lvl5pPr>
              <a:defRPr sz="1500">
                <a:solidFill>
                  <a:srgbClr val="182433"/>
                </a:solidFill>
              </a:defRPr>
            </a:lvl5pPr>
            <a:lvl6pPr>
              <a:defRPr sz="1500">
                <a:solidFill>
                  <a:srgbClr val="182433"/>
                </a:solidFill>
              </a:defRPr>
            </a:lvl6pPr>
            <a:lvl7pPr>
              <a:defRPr sz="1500">
                <a:solidFill>
                  <a:srgbClr val="182433"/>
                </a:solidFill>
              </a:defRPr>
            </a:lvl7pPr>
            <a:lvl8pPr>
              <a:defRPr sz="1500">
                <a:solidFill>
                  <a:srgbClr val="182433"/>
                </a:solidFill>
              </a:defRPr>
            </a:lvl8pPr>
            <a:lvl9pPr>
              <a:defRPr sz="1500">
                <a:solidFill>
                  <a:srgbClr val="182433"/>
                </a:solidFill>
              </a:defRPr>
            </a:lvl9pPr>
          </a:lstStyle>
          <a:p xmlns:a="http://schemas.openxmlformats.org/drawingml/2006/main">
            <a:pPr>
              <a:defRPr sz="1500">
                <a:solidFill>
                  <a:srgbClr val="182433"/>
                </a:solidFill>
              </a:defRPr>
            </a:pPr>
            <a:r>
              <a:rPr sz="1500">
                <a:solidFill>
                  <a:srgbClr val="182433"/>
                </a:solidFill>
              </a:rPr>
              <a:t>Vectorization estimates geometry from pixels.</a:t>
            </a:r>
          </a:p>
          <a:p xmlns:a="http://schemas.openxmlformats.org/drawingml/2006/main">
            <a:r>
              <a:t/>
            </a:r>
          </a:p>
          <a:p xmlns:a="http://schemas.openxmlformats.org/drawingml/2006/main">
            <a:pPr>
              <a:defRPr sz="1500">
                <a:solidFill>
                  <a:srgbClr val="182433"/>
                </a:solidFill>
              </a:defRPr>
            </a:pPr>
            <a:r>
              <a:rPr sz="1500">
                <a:solidFill>
                  <a:srgbClr val="182433"/>
                </a:solidFill>
              </a:rPr>
              <a:t>Color, topology, curves, and scale all matter.</a:t>
            </a:r>
          </a:p>
          <a:p xmlns:a="http://schemas.openxmlformats.org/drawingml/2006/main">
            <a:r>
              <a:t/>
            </a:r>
          </a:p>
          <a:p xmlns:a="http://schemas.openxmlformats.org/drawingml/2006/main">
            <a:pPr>
              <a:defRPr sz="1500">
                <a:solidFill>
                  <a:srgbClr val="182433"/>
                </a:solidFill>
              </a:defRPr>
            </a:pPr>
            <a:r>
              <a:rPr sz="1500">
                <a:solidFill>
                  <a:srgbClr val="182433"/>
                </a:solidFill>
              </a:rPr>
              <a:t>A valid export still needs downstream validation.</a:t>
            </a:r>
          </a:p>
        </p:txBody>
      </p:sp>
      <p:sp>
        <p:nvSpPr>
          <p:cNvPr id="21" name="">
            <a:extLst xmlns:a="http://schemas.openxmlformats.org/drawingml/2006/main">
              <a:ext uri="{FF2B5EF4-FFF2-40B4-BE49-F238E27FC236}">
                <a16:creationId xmlns:a16="http://schemas.microsoft.com/office/drawing/2014/main" id="{6390012D-3F11-496C-BDDB-9CF18FCE6038}"/>
              </a:ext>
            </a:extLst>
          </p:cNvPr>
          <p:cNvSpPr>
            <a:spLocks xmlns:a="http://schemas.openxmlformats.org/drawingml/2006/main" noGrp="1"/>
          </p:cNvSpPr>
          <p:nvPr/>
        </p:nvSpPr>
        <p:spPr>
          <a:xfrm xmlns:a="http://schemas.openxmlformats.org/drawingml/2006/main">
            <a:off x="685800" y="58293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1">
                <a:solidFill>
                  <a:srgbClr val="4B9CD3"/>
                </a:solidFill>
              </a:defRPr>
            </a:defPPr>
            <a:lvl1pPr>
              <a:defRPr sz="2250" b="1">
                <a:solidFill>
                  <a:srgbClr val="4B9CD3"/>
                </a:solidFill>
              </a:defRPr>
            </a:lvl1pPr>
            <a:lvl2pPr>
              <a:defRPr sz="2250" b="1">
                <a:solidFill>
                  <a:srgbClr val="4B9CD3"/>
                </a:solidFill>
              </a:defRPr>
            </a:lvl2pPr>
            <a:lvl3pPr>
              <a:defRPr sz="2250" b="1">
                <a:solidFill>
                  <a:srgbClr val="4B9CD3"/>
                </a:solidFill>
              </a:defRPr>
            </a:lvl3pPr>
            <a:lvl4pPr>
              <a:defRPr sz="2250" b="1">
                <a:solidFill>
                  <a:srgbClr val="4B9CD3"/>
                </a:solidFill>
              </a:defRPr>
            </a:lvl4pPr>
            <a:lvl5pPr>
              <a:defRPr sz="2250" b="1">
                <a:solidFill>
                  <a:srgbClr val="4B9CD3"/>
                </a:solidFill>
              </a:defRPr>
            </a:lvl5pPr>
            <a:lvl6pPr>
              <a:defRPr sz="2250" b="1">
                <a:solidFill>
                  <a:srgbClr val="4B9CD3"/>
                </a:solidFill>
              </a:defRPr>
            </a:lvl6pPr>
            <a:lvl7pPr>
              <a:defRPr sz="2250" b="1">
                <a:solidFill>
                  <a:srgbClr val="4B9CD3"/>
                </a:solidFill>
              </a:defRPr>
            </a:lvl7pPr>
            <a:lvl8pPr>
              <a:defRPr sz="2250" b="1">
                <a:solidFill>
                  <a:srgbClr val="4B9CD3"/>
                </a:solidFill>
              </a:defRPr>
            </a:lvl8pPr>
            <a:lvl9pPr>
              <a:defRPr sz="2250" b="1">
                <a:solidFill>
                  <a:srgbClr val="4B9CD3"/>
                </a:solidFill>
              </a:defRPr>
            </a:lvl9pPr>
          </a:lstStyle>
          <a:p xmlns:a="http://schemas.openxmlformats.org/drawingml/2006/main">
            <a:pPr>
              <a:defRPr sz="2250" b="1">
                <a:solidFill>
                  <a:srgbClr val="4B9CD3"/>
                </a:solidFill>
              </a:defRPr>
            </a:pPr>
            <a:r>
              <a:rPr sz="2250" b="1">
                <a:solidFill>
                  <a:srgbClr val="4B9CD3"/>
                </a:solidFill>
              </a:rPr>
              <a:t>Questions?</a:t>
            </a:r>
          </a:p>
        </p:txBody>
      </p:sp>
    </p:spTree>
    <p:extLst>
      <p:ext uri="{BB962C8B-B14F-4D97-AF65-F5344CB8AC3E}">
        <p14:creationId xmlns:p14="http://schemas.microsoft.com/office/powerpoint/2010/main" val="4190266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2026-10-26T23:01:30.1280000Z</dcterms:created>
  <dcterms:modified xsi:type="dcterms:W3CDTF">2026-10-26T23:01:30.1290000Z</dcterms:modified>
</coreProperties>
</file>